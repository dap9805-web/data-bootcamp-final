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4.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6" r:id="rId4"/>
  </p:sldMasterIdLst>
  <p:notesMasterIdLst>
    <p:notesMasterId r:id="rId5"/>
  </p:notesMasterIdLst>
  <p:sldIdLst>
    <p:sldId id="256" r:id="rId6"/>
    <p:sldId id="257" r:id="rId7"/>
    <p:sldId id="258" r:id="rId8"/>
    <p:sldId id="259" r:id="rId9"/>
    <p:sldId id="260" r:id="rId10"/>
    <p:sldId id="261" r:id="rId11"/>
  </p:sldIdLst>
  <p:sldSz cy="5143500" cx="9144000"/>
  <p:notesSz cx="6858000" cy="9144000"/>
  <p:embeddedFontLst>
    <p:embeddedFont>
      <p:font typeface="Instrument Sans Medium"/>
      <p:regular r:id="rId12"/>
      <p:bold r:id="rId13"/>
      <p:italic r:id="rId14"/>
      <p:boldItalic r:id="rId15"/>
    </p:embeddedFont>
    <p:embeddedFont>
      <p:font typeface="Instrument Sans SemiBold"/>
      <p:regular r:id="rId16"/>
      <p:bold r:id="rId17"/>
      <p:italic r:id="rId18"/>
      <p:boldItalic r:id="rId19"/>
    </p:embeddedFont>
    <p:embeddedFont>
      <p:font typeface="Outfit"/>
      <p:regular r:id="rId20"/>
      <p:bold r:id="rId21"/>
    </p:embeddedFont>
    <p:embeddedFont>
      <p:font typeface="Instrument Sans"/>
      <p:regular r:id="rId22"/>
      <p:bold r:id="rId23"/>
      <p:italic r:id="rId24"/>
      <p:boldItalic r:id="rId25"/>
    </p:embeddedFont>
    <p:embeddedFont>
      <p:font typeface="Outfit SemiBold"/>
      <p:regular r:id="rId26"/>
      <p:bold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20" Type="http://schemas.openxmlformats.org/officeDocument/2006/relationships/font" Target="fonts/Outfit-regular.fntdata"/><Relationship Id="rId22" Type="http://schemas.openxmlformats.org/officeDocument/2006/relationships/font" Target="fonts/InstrumentSans-regular.fntdata"/><Relationship Id="rId21" Type="http://schemas.openxmlformats.org/officeDocument/2006/relationships/font" Target="fonts/Outfit-bold.fntdata"/><Relationship Id="rId24" Type="http://schemas.openxmlformats.org/officeDocument/2006/relationships/font" Target="fonts/InstrumentSans-italic.fntdata"/><Relationship Id="rId23" Type="http://schemas.openxmlformats.org/officeDocument/2006/relationships/font" Target="fonts/InstrumentSans-bold.fntdata"/><Relationship Id="rId26" Type="http://schemas.openxmlformats.org/officeDocument/2006/relationships/font" Target="fonts/OutfitSemiBold-regular.fntdata"/><Relationship Id="rId25" Type="http://schemas.openxmlformats.org/officeDocument/2006/relationships/font" Target="fonts/InstrumentSans-boldItalic.fntdata"/><Relationship Id="rId27" Type="http://schemas.openxmlformats.org/officeDocument/2006/relationships/font" Target="fonts/OutfitSemiBold-bold.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font" Target="fonts/InstrumentSansMedium-bold.fntdata"/><Relationship Id="rId12" Type="http://schemas.openxmlformats.org/officeDocument/2006/relationships/font" Target="fonts/InstrumentSansMedium-regular.fntdata"/><Relationship Id="rId15" Type="http://schemas.openxmlformats.org/officeDocument/2006/relationships/font" Target="fonts/InstrumentSansMedium-boldItalic.fntdata"/><Relationship Id="rId14" Type="http://schemas.openxmlformats.org/officeDocument/2006/relationships/font" Target="fonts/InstrumentSansMedium-italic.fntdata"/><Relationship Id="rId17" Type="http://schemas.openxmlformats.org/officeDocument/2006/relationships/font" Target="fonts/InstrumentSansSemiBold-bold.fntdata"/><Relationship Id="rId16" Type="http://schemas.openxmlformats.org/officeDocument/2006/relationships/font" Target="fonts/InstrumentSansSemiBold-regular.fntdata"/><Relationship Id="rId19" Type="http://schemas.openxmlformats.org/officeDocument/2006/relationships/font" Target="fonts/InstrumentSansSemiBold-boldItalic.fntdata"/><Relationship Id="rId18" Type="http://schemas.openxmlformats.org/officeDocument/2006/relationships/font" Target="fonts/InstrumentSansSemi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g3b1ab7dd2b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6" name="Google Shape;416;g3b1ab7dd2b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g3b1ab7dd2b7_0_6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4" name="Google Shape;424;g3b1ab7dd2b7_0_6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g3b1ab7dd2b7_0_7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4" name="Google Shape;444;g3b1ab7dd2b7_0_7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g3b1ab7dd2b7_0_7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9" name="Google Shape;459;g3b1ab7dd2b7_0_7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g3b1ab7dd2b7_0_8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7" name="Google Shape;477;g3b1ab7dd2b7_0_8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g3b1ab7dd2b7_0_8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0" name="Google Shape;490;g3b1ab7dd2b7_0_8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BLANK_3">
    <p:spTree>
      <p:nvGrpSpPr>
        <p:cNvPr id="8" name="Shape 8"/>
        <p:cNvGrpSpPr/>
        <p:nvPr/>
      </p:nvGrpSpPr>
      <p:grpSpPr>
        <a:xfrm>
          <a:off x="0" y="0"/>
          <a:ext cx="0" cy="0"/>
          <a:chOff x="0" y="0"/>
          <a:chExt cx="0" cy="0"/>
        </a:xfrm>
      </p:grpSpPr>
      <p:sp>
        <p:nvSpPr>
          <p:cNvPr id="9" name="Google Shape;9;p2"/>
          <p:cNvSpPr/>
          <p:nvPr/>
        </p:nvSpPr>
        <p:spPr>
          <a:xfrm flipH="1">
            <a:off x="575775" y="282900"/>
            <a:ext cx="6489000" cy="4574400"/>
          </a:xfrm>
          <a:prstGeom prst="round2DiagRect">
            <a:avLst>
              <a:gd fmla="val 6071"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Outfit"/>
              <a:ea typeface="Outfit"/>
              <a:cs typeface="Outfit"/>
              <a:sym typeface="Outfit"/>
            </a:endParaRPr>
          </a:p>
        </p:txBody>
      </p:sp>
      <p:sp>
        <p:nvSpPr>
          <p:cNvPr id="10" name="Google Shape;10;p2"/>
          <p:cNvSpPr/>
          <p:nvPr/>
        </p:nvSpPr>
        <p:spPr>
          <a:xfrm rot="5400000">
            <a:off x="7817600" y="-468900"/>
            <a:ext cx="291000" cy="1794600"/>
          </a:xfrm>
          <a:prstGeom prst="roundRect">
            <a:avLst>
              <a:gd fmla="val 50000"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Outfit"/>
              <a:ea typeface="Outfit"/>
              <a:cs typeface="Outfit"/>
              <a:sym typeface="Outfit"/>
            </a:endParaRPr>
          </a:p>
        </p:txBody>
      </p:sp>
      <p:sp>
        <p:nvSpPr>
          <p:cNvPr id="11" name="Google Shape;11;p2"/>
          <p:cNvSpPr/>
          <p:nvPr/>
        </p:nvSpPr>
        <p:spPr>
          <a:xfrm>
            <a:off x="284775" y="282900"/>
            <a:ext cx="291000" cy="4574400"/>
          </a:xfrm>
          <a:prstGeom prst="roundRect">
            <a:avLst>
              <a:gd fmla="val 50000" name="adj"/>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Outfit"/>
              <a:ea typeface="Outfit"/>
              <a:cs typeface="Outfit"/>
              <a:sym typeface="Outfit"/>
            </a:endParaRPr>
          </a:p>
        </p:txBody>
      </p:sp>
      <p:sp>
        <p:nvSpPr>
          <p:cNvPr id="12" name="Google Shape;12;p2"/>
          <p:cNvSpPr txBox="1"/>
          <p:nvPr>
            <p:ph idx="1" type="subTitle"/>
          </p:nvPr>
        </p:nvSpPr>
        <p:spPr>
          <a:xfrm>
            <a:off x="1008000" y="4285050"/>
            <a:ext cx="1573800" cy="333300"/>
          </a:xfrm>
          <a:prstGeom prst="rect">
            <a:avLst/>
          </a:prstGeom>
        </p:spPr>
        <p:txBody>
          <a:bodyPr anchorCtr="0" anchor="b" bIns="0" lIns="0" spcFirstLastPara="1" rIns="0" wrap="square" tIns="0">
            <a:noAutofit/>
          </a:bodyPr>
          <a:lstStyle>
            <a:lvl1pPr lvl="0">
              <a:spcBef>
                <a:spcPts val="0"/>
              </a:spcBef>
              <a:spcAft>
                <a:spcPts val="0"/>
              </a:spcAft>
              <a:buSzPts val="800"/>
              <a:buFont typeface="Outfit"/>
              <a:buNone/>
              <a:defRPr sz="800">
                <a:latin typeface="Outfit"/>
                <a:ea typeface="Outfit"/>
                <a:cs typeface="Outfit"/>
                <a:sym typeface="Outfit"/>
              </a:defRPr>
            </a:lvl1pPr>
            <a:lvl2pPr lvl="1">
              <a:spcBef>
                <a:spcPts val="0"/>
              </a:spcBef>
              <a:spcAft>
                <a:spcPts val="0"/>
              </a:spcAft>
              <a:buSzPts val="800"/>
              <a:buFont typeface="Outfit"/>
              <a:buNone/>
              <a:defRPr sz="800">
                <a:latin typeface="Outfit"/>
                <a:ea typeface="Outfit"/>
                <a:cs typeface="Outfit"/>
                <a:sym typeface="Outfit"/>
              </a:defRPr>
            </a:lvl2pPr>
            <a:lvl3pPr lvl="2">
              <a:spcBef>
                <a:spcPts val="0"/>
              </a:spcBef>
              <a:spcAft>
                <a:spcPts val="0"/>
              </a:spcAft>
              <a:buSzPts val="800"/>
              <a:buFont typeface="Outfit"/>
              <a:buNone/>
              <a:defRPr sz="800">
                <a:latin typeface="Outfit"/>
                <a:ea typeface="Outfit"/>
                <a:cs typeface="Outfit"/>
                <a:sym typeface="Outfit"/>
              </a:defRPr>
            </a:lvl3pPr>
            <a:lvl4pPr lvl="3">
              <a:spcBef>
                <a:spcPts val="0"/>
              </a:spcBef>
              <a:spcAft>
                <a:spcPts val="0"/>
              </a:spcAft>
              <a:buSzPts val="800"/>
              <a:buFont typeface="Outfit"/>
              <a:buNone/>
              <a:defRPr sz="800">
                <a:latin typeface="Outfit"/>
                <a:ea typeface="Outfit"/>
                <a:cs typeface="Outfit"/>
                <a:sym typeface="Outfit"/>
              </a:defRPr>
            </a:lvl4pPr>
            <a:lvl5pPr lvl="4">
              <a:spcBef>
                <a:spcPts val="0"/>
              </a:spcBef>
              <a:spcAft>
                <a:spcPts val="0"/>
              </a:spcAft>
              <a:buSzPts val="800"/>
              <a:buFont typeface="Outfit"/>
              <a:buNone/>
              <a:defRPr sz="800">
                <a:latin typeface="Outfit"/>
                <a:ea typeface="Outfit"/>
                <a:cs typeface="Outfit"/>
                <a:sym typeface="Outfit"/>
              </a:defRPr>
            </a:lvl5pPr>
            <a:lvl6pPr lvl="5">
              <a:spcBef>
                <a:spcPts val="0"/>
              </a:spcBef>
              <a:spcAft>
                <a:spcPts val="0"/>
              </a:spcAft>
              <a:buSzPts val="800"/>
              <a:buFont typeface="Outfit"/>
              <a:buNone/>
              <a:defRPr sz="800">
                <a:latin typeface="Outfit"/>
                <a:ea typeface="Outfit"/>
                <a:cs typeface="Outfit"/>
                <a:sym typeface="Outfit"/>
              </a:defRPr>
            </a:lvl6pPr>
            <a:lvl7pPr lvl="6">
              <a:spcBef>
                <a:spcPts val="0"/>
              </a:spcBef>
              <a:spcAft>
                <a:spcPts val="0"/>
              </a:spcAft>
              <a:buSzPts val="800"/>
              <a:buFont typeface="Outfit"/>
              <a:buNone/>
              <a:defRPr sz="800">
                <a:latin typeface="Outfit"/>
                <a:ea typeface="Outfit"/>
                <a:cs typeface="Outfit"/>
                <a:sym typeface="Outfit"/>
              </a:defRPr>
            </a:lvl7pPr>
            <a:lvl8pPr lvl="7">
              <a:spcBef>
                <a:spcPts val="0"/>
              </a:spcBef>
              <a:spcAft>
                <a:spcPts val="0"/>
              </a:spcAft>
              <a:buSzPts val="800"/>
              <a:buFont typeface="Outfit"/>
              <a:buNone/>
              <a:defRPr sz="800">
                <a:latin typeface="Outfit"/>
                <a:ea typeface="Outfit"/>
                <a:cs typeface="Outfit"/>
                <a:sym typeface="Outfit"/>
              </a:defRPr>
            </a:lvl8pPr>
            <a:lvl9pPr lvl="8">
              <a:spcBef>
                <a:spcPts val="0"/>
              </a:spcBef>
              <a:spcAft>
                <a:spcPts val="0"/>
              </a:spcAft>
              <a:buSzPts val="800"/>
              <a:buFont typeface="Outfit"/>
              <a:buNone/>
              <a:defRPr sz="800">
                <a:latin typeface="Outfit"/>
                <a:ea typeface="Outfit"/>
                <a:cs typeface="Outfit"/>
                <a:sym typeface="Outfit"/>
              </a:defRPr>
            </a:lvl9pPr>
          </a:lstStyle>
          <a:p/>
        </p:txBody>
      </p:sp>
      <p:sp>
        <p:nvSpPr>
          <p:cNvPr id="13" name="Google Shape;13;p2"/>
          <p:cNvSpPr txBox="1"/>
          <p:nvPr>
            <p:ph type="title"/>
          </p:nvPr>
        </p:nvSpPr>
        <p:spPr>
          <a:xfrm>
            <a:off x="1008000" y="587700"/>
            <a:ext cx="4957200" cy="1223400"/>
          </a:xfrm>
          <a:prstGeom prst="rect">
            <a:avLst/>
          </a:prstGeom>
        </p:spPr>
        <p:txBody>
          <a:bodyPr anchorCtr="0" anchor="t" bIns="0" lIns="0" spcFirstLastPara="1" rIns="0" wrap="square" tIns="0">
            <a:noAutofit/>
          </a:bodyPr>
          <a:lstStyle>
            <a:lvl1pPr lvl="0">
              <a:spcBef>
                <a:spcPts val="0"/>
              </a:spcBef>
              <a:spcAft>
                <a:spcPts val="0"/>
              </a:spcAft>
              <a:buNone/>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14" name="Google Shape;14;p2"/>
          <p:cNvSpPr/>
          <p:nvPr>
            <p:ph idx="2" type="pic"/>
          </p:nvPr>
        </p:nvSpPr>
        <p:spPr>
          <a:xfrm>
            <a:off x="7064850" y="575175"/>
            <a:ext cx="1794600" cy="4283100"/>
          </a:xfrm>
          <a:prstGeom prst="roundRect">
            <a:avLst>
              <a:gd fmla="val 16555" name="adj"/>
            </a:avLst>
          </a:prstGeom>
          <a:noFill/>
          <a:ln>
            <a:noFill/>
          </a:ln>
        </p:spPr>
      </p:sp>
      <p:sp>
        <p:nvSpPr>
          <p:cNvPr id="15" name="Google Shape;15;p2"/>
          <p:cNvSpPr txBox="1"/>
          <p:nvPr>
            <p:ph idx="3" type="subTitle"/>
          </p:nvPr>
        </p:nvSpPr>
        <p:spPr>
          <a:xfrm>
            <a:off x="3178225" y="4285050"/>
            <a:ext cx="1573800" cy="333300"/>
          </a:xfrm>
          <a:prstGeom prst="rect">
            <a:avLst/>
          </a:prstGeom>
        </p:spPr>
        <p:txBody>
          <a:bodyPr anchorCtr="0" anchor="b" bIns="0" lIns="0" spcFirstLastPara="1" rIns="0" wrap="square" tIns="0">
            <a:noAutofit/>
          </a:bodyPr>
          <a:lstStyle>
            <a:lvl1pPr lvl="0">
              <a:spcBef>
                <a:spcPts val="0"/>
              </a:spcBef>
              <a:spcAft>
                <a:spcPts val="0"/>
              </a:spcAft>
              <a:buClr>
                <a:schemeClr val="lt1"/>
              </a:buClr>
              <a:buSzPts val="800"/>
              <a:buFont typeface="Outfit"/>
              <a:buNone/>
              <a:defRPr sz="800">
                <a:latin typeface="Outfit"/>
                <a:ea typeface="Outfit"/>
                <a:cs typeface="Outfit"/>
                <a:sym typeface="Outfit"/>
              </a:defRPr>
            </a:lvl1pPr>
            <a:lvl2pPr lvl="1">
              <a:spcBef>
                <a:spcPts val="0"/>
              </a:spcBef>
              <a:spcAft>
                <a:spcPts val="0"/>
              </a:spcAft>
              <a:buClr>
                <a:schemeClr val="lt1"/>
              </a:buClr>
              <a:buSzPts val="800"/>
              <a:buFont typeface="Outfit"/>
              <a:buNone/>
              <a:defRPr sz="800">
                <a:latin typeface="Outfit"/>
                <a:ea typeface="Outfit"/>
                <a:cs typeface="Outfit"/>
                <a:sym typeface="Outfit"/>
              </a:defRPr>
            </a:lvl2pPr>
            <a:lvl3pPr lvl="2">
              <a:spcBef>
                <a:spcPts val="0"/>
              </a:spcBef>
              <a:spcAft>
                <a:spcPts val="0"/>
              </a:spcAft>
              <a:buClr>
                <a:schemeClr val="lt1"/>
              </a:buClr>
              <a:buSzPts val="800"/>
              <a:buFont typeface="Outfit"/>
              <a:buNone/>
              <a:defRPr sz="800">
                <a:latin typeface="Outfit"/>
                <a:ea typeface="Outfit"/>
                <a:cs typeface="Outfit"/>
                <a:sym typeface="Outfit"/>
              </a:defRPr>
            </a:lvl3pPr>
            <a:lvl4pPr lvl="3">
              <a:spcBef>
                <a:spcPts val="0"/>
              </a:spcBef>
              <a:spcAft>
                <a:spcPts val="0"/>
              </a:spcAft>
              <a:buClr>
                <a:schemeClr val="lt1"/>
              </a:buClr>
              <a:buSzPts val="800"/>
              <a:buFont typeface="Outfit"/>
              <a:buNone/>
              <a:defRPr sz="800">
                <a:latin typeface="Outfit"/>
                <a:ea typeface="Outfit"/>
                <a:cs typeface="Outfit"/>
                <a:sym typeface="Outfit"/>
              </a:defRPr>
            </a:lvl4pPr>
            <a:lvl5pPr lvl="4">
              <a:spcBef>
                <a:spcPts val="0"/>
              </a:spcBef>
              <a:spcAft>
                <a:spcPts val="0"/>
              </a:spcAft>
              <a:buClr>
                <a:schemeClr val="lt1"/>
              </a:buClr>
              <a:buSzPts val="800"/>
              <a:buFont typeface="Outfit"/>
              <a:buNone/>
              <a:defRPr sz="800">
                <a:latin typeface="Outfit"/>
                <a:ea typeface="Outfit"/>
                <a:cs typeface="Outfit"/>
                <a:sym typeface="Outfit"/>
              </a:defRPr>
            </a:lvl5pPr>
            <a:lvl6pPr lvl="5">
              <a:spcBef>
                <a:spcPts val="0"/>
              </a:spcBef>
              <a:spcAft>
                <a:spcPts val="0"/>
              </a:spcAft>
              <a:buClr>
                <a:schemeClr val="lt1"/>
              </a:buClr>
              <a:buSzPts val="800"/>
              <a:buFont typeface="Outfit"/>
              <a:buNone/>
              <a:defRPr sz="800">
                <a:latin typeface="Outfit"/>
                <a:ea typeface="Outfit"/>
                <a:cs typeface="Outfit"/>
                <a:sym typeface="Outfit"/>
              </a:defRPr>
            </a:lvl6pPr>
            <a:lvl7pPr lvl="6">
              <a:spcBef>
                <a:spcPts val="0"/>
              </a:spcBef>
              <a:spcAft>
                <a:spcPts val="0"/>
              </a:spcAft>
              <a:buClr>
                <a:schemeClr val="lt1"/>
              </a:buClr>
              <a:buSzPts val="800"/>
              <a:buFont typeface="Outfit"/>
              <a:buNone/>
              <a:defRPr sz="800">
                <a:latin typeface="Outfit"/>
                <a:ea typeface="Outfit"/>
                <a:cs typeface="Outfit"/>
                <a:sym typeface="Outfit"/>
              </a:defRPr>
            </a:lvl7pPr>
            <a:lvl8pPr lvl="7">
              <a:spcBef>
                <a:spcPts val="0"/>
              </a:spcBef>
              <a:spcAft>
                <a:spcPts val="0"/>
              </a:spcAft>
              <a:buClr>
                <a:schemeClr val="lt1"/>
              </a:buClr>
              <a:buSzPts val="800"/>
              <a:buFont typeface="Outfit"/>
              <a:buNone/>
              <a:defRPr sz="800">
                <a:latin typeface="Outfit"/>
                <a:ea typeface="Outfit"/>
                <a:cs typeface="Outfit"/>
                <a:sym typeface="Outfit"/>
              </a:defRPr>
            </a:lvl8pPr>
            <a:lvl9pPr lvl="8">
              <a:spcBef>
                <a:spcPts val="0"/>
              </a:spcBef>
              <a:spcAft>
                <a:spcPts val="0"/>
              </a:spcAft>
              <a:buClr>
                <a:schemeClr val="lt1"/>
              </a:buClr>
              <a:buSzPts val="800"/>
              <a:buFont typeface="Outfit"/>
              <a:buNone/>
              <a:defRPr sz="800">
                <a:latin typeface="Outfit"/>
                <a:ea typeface="Outfit"/>
                <a:cs typeface="Outfit"/>
                <a:sym typeface="Outfit"/>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1">
  <p:cSld name="BLANK_1_1_1_1">
    <p:spTree>
      <p:nvGrpSpPr>
        <p:cNvPr id="16" name="Shape 16"/>
        <p:cNvGrpSpPr/>
        <p:nvPr/>
      </p:nvGrpSpPr>
      <p:grpSpPr>
        <a:xfrm>
          <a:off x="0" y="0"/>
          <a:ext cx="0" cy="0"/>
          <a:chOff x="0" y="0"/>
          <a:chExt cx="0" cy="0"/>
        </a:xfrm>
      </p:grpSpPr>
      <p:sp>
        <p:nvSpPr>
          <p:cNvPr id="17" name="Google Shape;17;p3"/>
          <p:cNvSpPr txBox="1"/>
          <p:nvPr>
            <p:ph type="title"/>
          </p:nvPr>
        </p:nvSpPr>
        <p:spPr>
          <a:xfrm>
            <a:off x="1731400" y="282900"/>
            <a:ext cx="7128000" cy="11169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18" name="Google Shape;18;p3"/>
          <p:cNvSpPr txBox="1"/>
          <p:nvPr>
            <p:ph idx="1" type="subTitle"/>
          </p:nvPr>
        </p:nvSpPr>
        <p:spPr>
          <a:xfrm>
            <a:off x="284798" y="282900"/>
            <a:ext cx="1207200" cy="368100"/>
          </a:xfrm>
          <a:prstGeom prst="rect">
            <a:avLst/>
          </a:prstGeom>
        </p:spPr>
        <p:txBody>
          <a:bodyPr anchorCtr="0" anchor="ctr" bIns="0" lIns="0" spcFirstLastPara="1" rIns="0" wrap="square" tIns="0">
            <a:noAutofit/>
          </a:bodyPr>
          <a:lstStyle>
            <a:lvl1pPr lvl="0" algn="ctr">
              <a:lnSpc>
                <a:spcPct val="115000"/>
              </a:lnSpc>
              <a:spcBef>
                <a:spcPts val="0"/>
              </a:spcBef>
              <a:spcAft>
                <a:spcPts val="0"/>
              </a:spcAft>
              <a:buNone/>
              <a:defRPr sz="800"/>
            </a:lvl1pPr>
            <a:lvl2pPr lvl="1" algn="ctr">
              <a:spcBef>
                <a:spcPts val="0"/>
              </a:spcBef>
              <a:spcAft>
                <a:spcPts val="0"/>
              </a:spcAft>
              <a:buClr>
                <a:schemeClr val="lt1"/>
              </a:buClr>
              <a:buSzPts val="800"/>
              <a:buNone/>
              <a:defRPr sz="800"/>
            </a:lvl2pPr>
            <a:lvl3pPr lvl="2" algn="ctr">
              <a:spcBef>
                <a:spcPts val="0"/>
              </a:spcBef>
              <a:spcAft>
                <a:spcPts val="0"/>
              </a:spcAft>
              <a:buClr>
                <a:schemeClr val="lt1"/>
              </a:buClr>
              <a:buSzPts val="800"/>
              <a:buNone/>
              <a:defRPr sz="800"/>
            </a:lvl3pPr>
            <a:lvl4pPr lvl="3" algn="ctr">
              <a:spcBef>
                <a:spcPts val="0"/>
              </a:spcBef>
              <a:spcAft>
                <a:spcPts val="0"/>
              </a:spcAft>
              <a:buClr>
                <a:schemeClr val="lt1"/>
              </a:buClr>
              <a:buSzPts val="800"/>
              <a:buNone/>
              <a:defRPr sz="800"/>
            </a:lvl4pPr>
            <a:lvl5pPr lvl="4" algn="ctr">
              <a:spcBef>
                <a:spcPts val="0"/>
              </a:spcBef>
              <a:spcAft>
                <a:spcPts val="0"/>
              </a:spcAft>
              <a:buClr>
                <a:schemeClr val="lt1"/>
              </a:buClr>
              <a:buSzPts val="800"/>
              <a:buNone/>
              <a:defRPr sz="800"/>
            </a:lvl5pPr>
            <a:lvl6pPr lvl="5" algn="ctr">
              <a:spcBef>
                <a:spcPts val="0"/>
              </a:spcBef>
              <a:spcAft>
                <a:spcPts val="0"/>
              </a:spcAft>
              <a:buClr>
                <a:schemeClr val="lt1"/>
              </a:buClr>
              <a:buSzPts val="800"/>
              <a:buNone/>
              <a:defRPr sz="800"/>
            </a:lvl6pPr>
            <a:lvl7pPr lvl="6" algn="ctr">
              <a:spcBef>
                <a:spcPts val="0"/>
              </a:spcBef>
              <a:spcAft>
                <a:spcPts val="0"/>
              </a:spcAft>
              <a:buClr>
                <a:schemeClr val="lt1"/>
              </a:buClr>
              <a:buSzPts val="800"/>
              <a:buNone/>
              <a:defRPr sz="800"/>
            </a:lvl7pPr>
            <a:lvl8pPr lvl="7" algn="ctr">
              <a:spcBef>
                <a:spcPts val="0"/>
              </a:spcBef>
              <a:spcAft>
                <a:spcPts val="0"/>
              </a:spcAft>
              <a:buClr>
                <a:schemeClr val="lt1"/>
              </a:buClr>
              <a:buSzPts val="800"/>
              <a:buNone/>
              <a:defRPr sz="800"/>
            </a:lvl8pPr>
            <a:lvl9pPr lvl="8" algn="ctr">
              <a:spcBef>
                <a:spcPts val="0"/>
              </a:spcBef>
              <a:spcAft>
                <a:spcPts val="0"/>
              </a:spcAft>
              <a:buClr>
                <a:schemeClr val="lt1"/>
              </a:buClr>
              <a:buSzPts val="800"/>
              <a:buNone/>
              <a:defRPr sz="800"/>
            </a:lvl9pPr>
          </a:lstStyle>
          <a:p/>
        </p:txBody>
      </p:sp>
      <p:sp>
        <p:nvSpPr>
          <p:cNvPr id="19" name="Google Shape;19;p3"/>
          <p:cNvSpPr txBox="1"/>
          <p:nvPr>
            <p:ph idx="2" type="subTitle"/>
          </p:nvPr>
        </p:nvSpPr>
        <p:spPr>
          <a:xfrm>
            <a:off x="1731400" y="4750800"/>
            <a:ext cx="1340700" cy="1032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600"/>
            </a:lvl1pPr>
            <a:lvl2pPr lvl="1">
              <a:spcBef>
                <a:spcPts val="0"/>
              </a:spcBef>
              <a:spcAft>
                <a:spcPts val="0"/>
              </a:spcAft>
              <a:buClr>
                <a:schemeClr val="lt1"/>
              </a:buClr>
              <a:buSzPts val="600"/>
              <a:buNone/>
              <a:defRPr sz="600"/>
            </a:lvl2pPr>
            <a:lvl3pPr lvl="2">
              <a:spcBef>
                <a:spcPts val="0"/>
              </a:spcBef>
              <a:spcAft>
                <a:spcPts val="0"/>
              </a:spcAft>
              <a:buClr>
                <a:schemeClr val="lt1"/>
              </a:buClr>
              <a:buSzPts val="600"/>
              <a:buNone/>
              <a:defRPr sz="600"/>
            </a:lvl3pPr>
            <a:lvl4pPr lvl="3">
              <a:spcBef>
                <a:spcPts val="0"/>
              </a:spcBef>
              <a:spcAft>
                <a:spcPts val="0"/>
              </a:spcAft>
              <a:buClr>
                <a:schemeClr val="lt1"/>
              </a:buClr>
              <a:buSzPts val="600"/>
              <a:buNone/>
              <a:defRPr sz="600"/>
            </a:lvl4pPr>
            <a:lvl5pPr lvl="4">
              <a:spcBef>
                <a:spcPts val="0"/>
              </a:spcBef>
              <a:spcAft>
                <a:spcPts val="0"/>
              </a:spcAft>
              <a:buClr>
                <a:schemeClr val="lt1"/>
              </a:buClr>
              <a:buSzPts val="600"/>
              <a:buNone/>
              <a:defRPr sz="600"/>
            </a:lvl5pPr>
            <a:lvl6pPr lvl="5">
              <a:spcBef>
                <a:spcPts val="0"/>
              </a:spcBef>
              <a:spcAft>
                <a:spcPts val="0"/>
              </a:spcAft>
              <a:buClr>
                <a:schemeClr val="lt1"/>
              </a:buClr>
              <a:buSzPts val="600"/>
              <a:buNone/>
              <a:defRPr sz="600"/>
            </a:lvl6pPr>
            <a:lvl7pPr lvl="6">
              <a:spcBef>
                <a:spcPts val="0"/>
              </a:spcBef>
              <a:spcAft>
                <a:spcPts val="0"/>
              </a:spcAft>
              <a:buClr>
                <a:schemeClr val="lt1"/>
              </a:buClr>
              <a:buSzPts val="600"/>
              <a:buNone/>
              <a:defRPr sz="600"/>
            </a:lvl7pPr>
            <a:lvl8pPr lvl="7">
              <a:spcBef>
                <a:spcPts val="0"/>
              </a:spcBef>
              <a:spcAft>
                <a:spcPts val="0"/>
              </a:spcAft>
              <a:buClr>
                <a:schemeClr val="lt1"/>
              </a:buClr>
              <a:buSzPts val="600"/>
              <a:buNone/>
              <a:defRPr sz="600"/>
            </a:lvl8pPr>
            <a:lvl9pPr lvl="8">
              <a:spcBef>
                <a:spcPts val="0"/>
              </a:spcBef>
              <a:spcAft>
                <a:spcPts val="0"/>
              </a:spcAft>
              <a:buClr>
                <a:schemeClr val="lt1"/>
              </a:buClr>
              <a:buSzPts val="600"/>
              <a:buNone/>
              <a:defRPr sz="600"/>
            </a:lvl9pPr>
          </a:lstStyle>
          <a:p/>
        </p:txBody>
      </p:sp>
      <p:sp>
        <p:nvSpPr>
          <p:cNvPr id="20" name="Google Shape;20;p3"/>
          <p:cNvSpPr txBox="1"/>
          <p:nvPr>
            <p:ph idx="3" type="subTitle"/>
          </p:nvPr>
        </p:nvSpPr>
        <p:spPr>
          <a:xfrm>
            <a:off x="7518500" y="4750800"/>
            <a:ext cx="1340700" cy="103200"/>
          </a:xfrm>
          <a:prstGeom prst="rect">
            <a:avLst/>
          </a:prstGeom>
        </p:spPr>
        <p:txBody>
          <a:bodyPr anchorCtr="0" anchor="t" bIns="0" lIns="0" spcFirstLastPara="1" rIns="0" wrap="square" tIns="0">
            <a:noAutofit/>
          </a:bodyPr>
          <a:lstStyle>
            <a:lvl1pPr lvl="0" algn="r">
              <a:lnSpc>
                <a:spcPct val="115000"/>
              </a:lnSpc>
              <a:spcBef>
                <a:spcPts val="0"/>
              </a:spcBef>
              <a:spcAft>
                <a:spcPts val="0"/>
              </a:spcAft>
              <a:buNone/>
              <a:defRPr sz="600"/>
            </a:lvl1pPr>
            <a:lvl2pPr lvl="1" algn="r">
              <a:spcBef>
                <a:spcPts val="0"/>
              </a:spcBef>
              <a:spcAft>
                <a:spcPts val="0"/>
              </a:spcAft>
              <a:buClr>
                <a:schemeClr val="lt1"/>
              </a:buClr>
              <a:buSzPts val="600"/>
              <a:buNone/>
              <a:defRPr sz="600"/>
            </a:lvl2pPr>
            <a:lvl3pPr lvl="2" algn="r">
              <a:spcBef>
                <a:spcPts val="0"/>
              </a:spcBef>
              <a:spcAft>
                <a:spcPts val="0"/>
              </a:spcAft>
              <a:buClr>
                <a:schemeClr val="lt1"/>
              </a:buClr>
              <a:buSzPts val="600"/>
              <a:buNone/>
              <a:defRPr sz="600"/>
            </a:lvl3pPr>
            <a:lvl4pPr lvl="3" algn="r">
              <a:spcBef>
                <a:spcPts val="0"/>
              </a:spcBef>
              <a:spcAft>
                <a:spcPts val="0"/>
              </a:spcAft>
              <a:buClr>
                <a:schemeClr val="lt1"/>
              </a:buClr>
              <a:buSzPts val="600"/>
              <a:buNone/>
              <a:defRPr sz="600"/>
            </a:lvl4pPr>
            <a:lvl5pPr lvl="4" algn="r">
              <a:spcBef>
                <a:spcPts val="0"/>
              </a:spcBef>
              <a:spcAft>
                <a:spcPts val="0"/>
              </a:spcAft>
              <a:buClr>
                <a:schemeClr val="lt1"/>
              </a:buClr>
              <a:buSzPts val="600"/>
              <a:buNone/>
              <a:defRPr sz="600"/>
            </a:lvl5pPr>
            <a:lvl6pPr lvl="5" algn="r">
              <a:spcBef>
                <a:spcPts val="0"/>
              </a:spcBef>
              <a:spcAft>
                <a:spcPts val="0"/>
              </a:spcAft>
              <a:buClr>
                <a:schemeClr val="lt1"/>
              </a:buClr>
              <a:buSzPts val="600"/>
              <a:buNone/>
              <a:defRPr sz="600"/>
            </a:lvl6pPr>
            <a:lvl7pPr lvl="6" algn="r">
              <a:spcBef>
                <a:spcPts val="0"/>
              </a:spcBef>
              <a:spcAft>
                <a:spcPts val="0"/>
              </a:spcAft>
              <a:buClr>
                <a:schemeClr val="lt1"/>
              </a:buClr>
              <a:buSzPts val="600"/>
              <a:buNone/>
              <a:defRPr sz="600"/>
            </a:lvl7pPr>
            <a:lvl8pPr lvl="7" algn="r">
              <a:spcBef>
                <a:spcPts val="0"/>
              </a:spcBef>
              <a:spcAft>
                <a:spcPts val="0"/>
              </a:spcAft>
              <a:buClr>
                <a:schemeClr val="lt1"/>
              </a:buClr>
              <a:buSzPts val="600"/>
              <a:buNone/>
              <a:defRPr sz="600"/>
            </a:lvl8pPr>
            <a:lvl9pPr lvl="8" algn="r">
              <a:spcBef>
                <a:spcPts val="0"/>
              </a:spcBef>
              <a:spcAft>
                <a:spcPts val="0"/>
              </a:spcAft>
              <a:buClr>
                <a:schemeClr val="lt1"/>
              </a:buClr>
              <a:buSzPts val="600"/>
              <a:buNone/>
              <a:defRPr sz="6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2">
  <p:cSld name="BLANK_1_1_1_1_3">
    <p:spTree>
      <p:nvGrpSpPr>
        <p:cNvPr id="21" name="Shape 21"/>
        <p:cNvGrpSpPr/>
        <p:nvPr/>
      </p:nvGrpSpPr>
      <p:grpSpPr>
        <a:xfrm>
          <a:off x="0" y="0"/>
          <a:ext cx="0" cy="0"/>
          <a:chOff x="0" y="0"/>
          <a:chExt cx="0" cy="0"/>
        </a:xfrm>
      </p:grpSpPr>
      <p:sp>
        <p:nvSpPr>
          <p:cNvPr id="22" name="Google Shape;22;p4"/>
          <p:cNvSpPr txBox="1"/>
          <p:nvPr>
            <p:ph type="title"/>
          </p:nvPr>
        </p:nvSpPr>
        <p:spPr>
          <a:xfrm>
            <a:off x="284775" y="282900"/>
            <a:ext cx="7128000" cy="11169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23" name="Google Shape;23;p4"/>
          <p:cNvSpPr txBox="1"/>
          <p:nvPr>
            <p:ph idx="1" type="subTitle"/>
          </p:nvPr>
        </p:nvSpPr>
        <p:spPr>
          <a:xfrm>
            <a:off x="1731400" y="4750800"/>
            <a:ext cx="1340700" cy="1032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600"/>
            </a:lvl1pPr>
            <a:lvl2pPr lvl="1">
              <a:spcBef>
                <a:spcPts val="0"/>
              </a:spcBef>
              <a:spcAft>
                <a:spcPts val="0"/>
              </a:spcAft>
              <a:buClr>
                <a:schemeClr val="lt1"/>
              </a:buClr>
              <a:buSzPts val="600"/>
              <a:buNone/>
              <a:defRPr sz="600"/>
            </a:lvl2pPr>
            <a:lvl3pPr lvl="2">
              <a:spcBef>
                <a:spcPts val="0"/>
              </a:spcBef>
              <a:spcAft>
                <a:spcPts val="0"/>
              </a:spcAft>
              <a:buClr>
                <a:schemeClr val="lt1"/>
              </a:buClr>
              <a:buSzPts val="600"/>
              <a:buNone/>
              <a:defRPr sz="600"/>
            </a:lvl3pPr>
            <a:lvl4pPr lvl="3">
              <a:spcBef>
                <a:spcPts val="0"/>
              </a:spcBef>
              <a:spcAft>
                <a:spcPts val="0"/>
              </a:spcAft>
              <a:buClr>
                <a:schemeClr val="lt1"/>
              </a:buClr>
              <a:buSzPts val="600"/>
              <a:buNone/>
              <a:defRPr sz="600"/>
            </a:lvl4pPr>
            <a:lvl5pPr lvl="4">
              <a:spcBef>
                <a:spcPts val="0"/>
              </a:spcBef>
              <a:spcAft>
                <a:spcPts val="0"/>
              </a:spcAft>
              <a:buClr>
                <a:schemeClr val="lt1"/>
              </a:buClr>
              <a:buSzPts val="600"/>
              <a:buNone/>
              <a:defRPr sz="600"/>
            </a:lvl5pPr>
            <a:lvl6pPr lvl="5">
              <a:spcBef>
                <a:spcPts val="0"/>
              </a:spcBef>
              <a:spcAft>
                <a:spcPts val="0"/>
              </a:spcAft>
              <a:buClr>
                <a:schemeClr val="lt1"/>
              </a:buClr>
              <a:buSzPts val="600"/>
              <a:buNone/>
              <a:defRPr sz="600"/>
            </a:lvl6pPr>
            <a:lvl7pPr lvl="6">
              <a:spcBef>
                <a:spcPts val="0"/>
              </a:spcBef>
              <a:spcAft>
                <a:spcPts val="0"/>
              </a:spcAft>
              <a:buClr>
                <a:schemeClr val="lt1"/>
              </a:buClr>
              <a:buSzPts val="600"/>
              <a:buNone/>
              <a:defRPr sz="600"/>
            </a:lvl7pPr>
            <a:lvl8pPr lvl="7">
              <a:spcBef>
                <a:spcPts val="0"/>
              </a:spcBef>
              <a:spcAft>
                <a:spcPts val="0"/>
              </a:spcAft>
              <a:buClr>
                <a:schemeClr val="lt1"/>
              </a:buClr>
              <a:buSzPts val="600"/>
              <a:buNone/>
              <a:defRPr sz="600"/>
            </a:lvl8pPr>
            <a:lvl9pPr lvl="8">
              <a:spcBef>
                <a:spcPts val="0"/>
              </a:spcBef>
              <a:spcAft>
                <a:spcPts val="0"/>
              </a:spcAft>
              <a:buClr>
                <a:schemeClr val="lt1"/>
              </a:buClr>
              <a:buSzPts val="600"/>
              <a:buNone/>
              <a:defRPr sz="600"/>
            </a:lvl9pPr>
          </a:lstStyle>
          <a:p/>
        </p:txBody>
      </p:sp>
      <p:sp>
        <p:nvSpPr>
          <p:cNvPr id="24" name="Google Shape;24;p4"/>
          <p:cNvSpPr txBox="1"/>
          <p:nvPr>
            <p:ph idx="2" type="subTitle"/>
          </p:nvPr>
        </p:nvSpPr>
        <p:spPr>
          <a:xfrm>
            <a:off x="7518500" y="4750800"/>
            <a:ext cx="1340700" cy="103200"/>
          </a:xfrm>
          <a:prstGeom prst="rect">
            <a:avLst/>
          </a:prstGeom>
        </p:spPr>
        <p:txBody>
          <a:bodyPr anchorCtr="0" anchor="t" bIns="0" lIns="0" spcFirstLastPara="1" rIns="0" wrap="square" tIns="0">
            <a:noAutofit/>
          </a:bodyPr>
          <a:lstStyle>
            <a:lvl1pPr lvl="0" algn="r">
              <a:lnSpc>
                <a:spcPct val="115000"/>
              </a:lnSpc>
              <a:spcBef>
                <a:spcPts val="0"/>
              </a:spcBef>
              <a:spcAft>
                <a:spcPts val="0"/>
              </a:spcAft>
              <a:buNone/>
              <a:defRPr sz="600"/>
            </a:lvl1pPr>
            <a:lvl2pPr lvl="1" algn="r">
              <a:spcBef>
                <a:spcPts val="0"/>
              </a:spcBef>
              <a:spcAft>
                <a:spcPts val="0"/>
              </a:spcAft>
              <a:buClr>
                <a:schemeClr val="lt1"/>
              </a:buClr>
              <a:buSzPts val="600"/>
              <a:buNone/>
              <a:defRPr sz="600"/>
            </a:lvl2pPr>
            <a:lvl3pPr lvl="2" algn="r">
              <a:spcBef>
                <a:spcPts val="0"/>
              </a:spcBef>
              <a:spcAft>
                <a:spcPts val="0"/>
              </a:spcAft>
              <a:buClr>
                <a:schemeClr val="lt1"/>
              </a:buClr>
              <a:buSzPts val="600"/>
              <a:buNone/>
              <a:defRPr sz="600"/>
            </a:lvl3pPr>
            <a:lvl4pPr lvl="3" algn="r">
              <a:spcBef>
                <a:spcPts val="0"/>
              </a:spcBef>
              <a:spcAft>
                <a:spcPts val="0"/>
              </a:spcAft>
              <a:buClr>
                <a:schemeClr val="lt1"/>
              </a:buClr>
              <a:buSzPts val="600"/>
              <a:buNone/>
              <a:defRPr sz="600"/>
            </a:lvl4pPr>
            <a:lvl5pPr lvl="4" algn="r">
              <a:spcBef>
                <a:spcPts val="0"/>
              </a:spcBef>
              <a:spcAft>
                <a:spcPts val="0"/>
              </a:spcAft>
              <a:buClr>
                <a:schemeClr val="lt1"/>
              </a:buClr>
              <a:buSzPts val="600"/>
              <a:buNone/>
              <a:defRPr sz="600"/>
            </a:lvl5pPr>
            <a:lvl6pPr lvl="5" algn="r">
              <a:spcBef>
                <a:spcPts val="0"/>
              </a:spcBef>
              <a:spcAft>
                <a:spcPts val="0"/>
              </a:spcAft>
              <a:buClr>
                <a:schemeClr val="lt1"/>
              </a:buClr>
              <a:buSzPts val="600"/>
              <a:buNone/>
              <a:defRPr sz="600"/>
            </a:lvl6pPr>
            <a:lvl7pPr lvl="6" algn="r">
              <a:spcBef>
                <a:spcPts val="0"/>
              </a:spcBef>
              <a:spcAft>
                <a:spcPts val="0"/>
              </a:spcAft>
              <a:buClr>
                <a:schemeClr val="lt1"/>
              </a:buClr>
              <a:buSzPts val="600"/>
              <a:buNone/>
              <a:defRPr sz="600"/>
            </a:lvl7pPr>
            <a:lvl8pPr lvl="7" algn="r">
              <a:spcBef>
                <a:spcPts val="0"/>
              </a:spcBef>
              <a:spcAft>
                <a:spcPts val="0"/>
              </a:spcAft>
              <a:buClr>
                <a:schemeClr val="lt1"/>
              </a:buClr>
              <a:buSzPts val="600"/>
              <a:buNone/>
              <a:defRPr sz="600"/>
            </a:lvl8pPr>
            <a:lvl9pPr lvl="8" algn="r">
              <a:spcBef>
                <a:spcPts val="0"/>
              </a:spcBef>
              <a:spcAft>
                <a:spcPts val="0"/>
              </a:spcAft>
              <a:buClr>
                <a:schemeClr val="lt1"/>
              </a:buClr>
              <a:buSzPts val="600"/>
              <a:buNone/>
              <a:defRPr sz="600"/>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 Alt 2">
  <p:cSld name="BLANK_1_1_1_1_1_1_1_3">
    <p:spTree>
      <p:nvGrpSpPr>
        <p:cNvPr id="25" name="Shape 25"/>
        <p:cNvGrpSpPr/>
        <p:nvPr/>
      </p:nvGrpSpPr>
      <p:grpSpPr>
        <a:xfrm>
          <a:off x="0" y="0"/>
          <a:ext cx="0" cy="0"/>
          <a:chOff x="0" y="0"/>
          <a:chExt cx="0" cy="0"/>
        </a:xfrm>
      </p:grpSpPr>
      <p:sp>
        <p:nvSpPr>
          <p:cNvPr id="26" name="Google Shape;26;p5"/>
          <p:cNvSpPr/>
          <p:nvPr/>
        </p:nvSpPr>
        <p:spPr>
          <a:xfrm flipH="1">
            <a:off x="575775" y="282900"/>
            <a:ext cx="8283600" cy="4574400"/>
          </a:xfrm>
          <a:prstGeom prst="round2DiagRect">
            <a:avLst>
              <a:gd fmla="val 6071"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Outfit"/>
              <a:ea typeface="Outfit"/>
              <a:cs typeface="Outfit"/>
              <a:sym typeface="Outfit"/>
            </a:endParaRPr>
          </a:p>
        </p:txBody>
      </p:sp>
      <p:sp>
        <p:nvSpPr>
          <p:cNvPr id="27" name="Google Shape;27;p5"/>
          <p:cNvSpPr txBox="1"/>
          <p:nvPr>
            <p:ph type="title"/>
          </p:nvPr>
        </p:nvSpPr>
        <p:spPr>
          <a:xfrm>
            <a:off x="779100" y="282900"/>
            <a:ext cx="4234800" cy="45744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28" name="Google Shape;28;p5"/>
          <p:cNvSpPr/>
          <p:nvPr/>
        </p:nvSpPr>
        <p:spPr>
          <a:xfrm>
            <a:off x="284775" y="282900"/>
            <a:ext cx="291000" cy="4574400"/>
          </a:xfrm>
          <a:prstGeom prst="roundRect">
            <a:avLst>
              <a:gd fmla="val 50000"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Outfit"/>
              <a:ea typeface="Outfit"/>
              <a:cs typeface="Outfit"/>
              <a:sym typeface="Outfit"/>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 Alt 2">
  <p:cSld name="BLANK_1_1_1_1_1_1_1_1_1_1_3">
    <p:bg>
      <p:bgPr>
        <a:solidFill>
          <a:schemeClr val="lt2"/>
        </a:solidFill>
      </p:bgPr>
    </p:bg>
    <p:spTree>
      <p:nvGrpSpPr>
        <p:cNvPr id="29" name="Shape 29"/>
        <p:cNvGrpSpPr/>
        <p:nvPr/>
      </p:nvGrpSpPr>
      <p:grpSpPr>
        <a:xfrm>
          <a:off x="0" y="0"/>
          <a:ext cx="0" cy="0"/>
          <a:chOff x="0" y="0"/>
          <a:chExt cx="0" cy="0"/>
        </a:xfrm>
      </p:grpSpPr>
      <p:sp>
        <p:nvSpPr>
          <p:cNvPr id="30" name="Google Shape;30;p6"/>
          <p:cNvSpPr txBox="1"/>
          <p:nvPr>
            <p:ph idx="1" type="subTitle"/>
          </p:nvPr>
        </p:nvSpPr>
        <p:spPr>
          <a:xfrm>
            <a:off x="284798" y="282900"/>
            <a:ext cx="1207200" cy="368100"/>
          </a:xfrm>
          <a:prstGeom prst="rect">
            <a:avLst/>
          </a:prstGeom>
        </p:spPr>
        <p:txBody>
          <a:bodyPr anchorCtr="0" anchor="ctr" bIns="0" lIns="0" spcFirstLastPara="1" rIns="0" wrap="square" tIns="0">
            <a:noAutofit/>
          </a:bodyPr>
          <a:lstStyle>
            <a:lvl1pPr lvl="0" algn="ctr">
              <a:lnSpc>
                <a:spcPct val="115000"/>
              </a:lnSpc>
              <a:spcBef>
                <a:spcPts val="0"/>
              </a:spcBef>
              <a:spcAft>
                <a:spcPts val="0"/>
              </a:spcAft>
              <a:buNone/>
              <a:defRPr sz="800"/>
            </a:lvl1pPr>
            <a:lvl2pPr lvl="1" algn="ctr">
              <a:spcBef>
                <a:spcPts val="0"/>
              </a:spcBef>
              <a:spcAft>
                <a:spcPts val="0"/>
              </a:spcAft>
              <a:buClr>
                <a:schemeClr val="lt1"/>
              </a:buClr>
              <a:buSzPts val="800"/>
              <a:buNone/>
              <a:defRPr sz="800"/>
            </a:lvl2pPr>
            <a:lvl3pPr lvl="2" algn="ctr">
              <a:spcBef>
                <a:spcPts val="0"/>
              </a:spcBef>
              <a:spcAft>
                <a:spcPts val="0"/>
              </a:spcAft>
              <a:buClr>
                <a:schemeClr val="lt1"/>
              </a:buClr>
              <a:buSzPts val="800"/>
              <a:buNone/>
              <a:defRPr sz="800"/>
            </a:lvl3pPr>
            <a:lvl4pPr lvl="3" algn="ctr">
              <a:spcBef>
                <a:spcPts val="0"/>
              </a:spcBef>
              <a:spcAft>
                <a:spcPts val="0"/>
              </a:spcAft>
              <a:buClr>
                <a:schemeClr val="lt1"/>
              </a:buClr>
              <a:buSzPts val="800"/>
              <a:buNone/>
              <a:defRPr sz="800"/>
            </a:lvl4pPr>
            <a:lvl5pPr lvl="4" algn="ctr">
              <a:spcBef>
                <a:spcPts val="0"/>
              </a:spcBef>
              <a:spcAft>
                <a:spcPts val="0"/>
              </a:spcAft>
              <a:buClr>
                <a:schemeClr val="lt1"/>
              </a:buClr>
              <a:buSzPts val="800"/>
              <a:buNone/>
              <a:defRPr sz="800"/>
            </a:lvl5pPr>
            <a:lvl6pPr lvl="5" algn="ctr">
              <a:spcBef>
                <a:spcPts val="0"/>
              </a:spcBef>
              <a:spcAft>
                <a:spcPts val="0"/>
              </a:spcAft>
              <a:buClr>
                <a:schemeClr val="lt1"/>
              </a:buClr>
              <a:buSzPts val="800"/>
              <a:buNone/>
              <a:defRPr sz="800"/>
            </a:lvl6pPr>
            <a:lvl7pPr lvl="6" algn="ctr">
              <a:spcBef>
                <a:spcPts val="0"/>
              </a:spcBef>
              <a:spcAft>
                <a:spcPts val="0"/>
              </a:spcAft>
              <a:buClr>
                <a:schemeClr val="lt1"/>
              </a:buClr>
              <a:buSzPts val="800"/>
              <a:buNone/>
              <a:defRPr sz="800"/>
            </a:lvl7pPr>
            <a:lvl8pPr lvl="7" algn="ctr">
              <a:spcBef>
                <a:spcPts val="0"/>
              </a:spcBef>
              <a:spcAft>
                <a:spcPts val="0"/>
              </a:spcAft>
              <a:buClr>
                <a:schemeClr val="lt1"/>
              </a:buClr>
              <a:buSzPts val="800"/>
              <a:buNone/>
              <a:defRPr sz="800"/>
            </a:lvl8pPr>
            <a:lvl9pPr lvl="8" algn="ctr">
              <a:spcBef>
                <a:spcPts val="0"/>
              </a:spcBef>
              <a:spcAft>
                <a:spcPts val="0"/>
              </a:spcAft>
              <a:buClr>
                <a:schemeClr val="lt1"/>
              </a:buClr>
              <a:buSzPts val="800"/>
              <a:buNone/>
              <a:defRPr sz="800"/>
            </a:lvl9pPr>
          </a:lstStyle>
          <a:p/>
        </p:txBody>
      </p:sp>
      <p:sp>
        <p:nvSpPr>
          <p:cNvPr id="31" name="Google Shape;31;p6"/>
          <p:cNvSpPr txBox="1"/>
          <p:nvPr>
            <p:ph idx="2" type="subTitle"/>
          </p:nvPr>
        </p:nvSpPr>
        <p:spPr>
          <a:xfrm>
            <a:off x="1731400" y="4750800"/>
            <a:ext cx="1340700" cy="1032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600"/>
            </a:lvl1pPr>
            <a:lvl2pPr lvl="1">
              <a:spcBef>
                <a:spcPts val="0"/>
              </a:spcBef>
              <a:spcAft>
                <a:spcPts val="0"/>
              </a:spcAft>
              <a:buClr>
                <a:schemeClr val="lt1"/>
              </a:buClr>
              <a:buSzPts val="600"/>
              <a:buNone/>
              <a:defRPr sz="600"/>
            </a:lvl2pPr>
            <a:lvl3pPr lvl="2">
              <a:spcBef>
                <a:spcPts val="0"/>
              </a:spcBef>
              <a:spcAft>
                <a:spcPts val="0"/>
              </a:spcAft>
              <a:buClr>
                <a:schemeClr val="lt1"/>
              </a:buClr>
              <a:buSzPts val="600"/>
              <a:buNone/>
              <a:defRPr sz="600"/>
            </a:lvl3pPr>
            <a:lvl4pPr lvl="3">
              <a:spcBef>
                <a:spcPts val="0"/>
              </a:spcBef>
              <a:spcAft>
                <a:spcPts val="0"/>
              </a:spcAft>
              <a:buClr>
                <a:schemeClr val="lt1"/>
              </a:buClr>
              <a:buSzPts val="600"/>
              <a:buNone/>
              <a:defRPr sz="600"/>
            </a:lvl4pPr>
            <a:lvl5pPr lvl="4">
              <a:spcBef>
                <a:spcPts val="0"/>
              </a:spcBef>
              <a:spcAft>
                <a:spcPts val="0"/>
              </a:spcAft>
              <a:buClr>
                <a:schemeClr val="lt1"/>
              </a:buClr>
              <a:buSzPts val="600"/>
              <a:buNone/>
              <a:defRPr sz="600"/>
            </a:lvl5pPr>
            <a:lvl6pPr lvl="5">
              <a:spcBef>
                <a:spcPts val="0"/>
              </a:spcBef>
              <a:spcAft>
                <a:spcPts val="0"/>
              </a:spcAft>
              <a:buClr>
                <a:schemeClr val="lt1"/>
              </a:buClr>
              <a:buSzPts val="600"/>
              <a:buNone/>
              <a:defRPr sz="600"/>
            </a:lvl6pPr>
            <a:lvl7pPr lvl="6">
              <a:spcBef>
                <a:spcPts val="0"/>
              </a:spcBef>
              <a:spcAft>
                <a:spcPts val="0"/>
              </a:spcAft>
              <a:buClr>
                <a:schemeClr val="lt1"/>
              </a:buClr>
              <a:buSzPts val="600"/>
              <a:buNone/>
              <a:defRPr sz="600"/>
            </a:lvl7pPr>
            <a:lvl8pPr lvl="7">
              <a:spcBef>
                <a:spcPts val="0"/>
              </a:spcBef>
              <a:spcAft>
                <a:spcPts val="0"/>
              </a:spcAft>
              <a:buClr>
                <a:schemeClr val="lt1"/>
              </a:buClr>
              <a:buSzPts val="600"/>
              <a:buNone/>
              <a:defRPr sz="600"/>
            </a:lvl8pPr>
            <a:lvl9pPr lvl="8">
              <a:spcBef>
                <a:spcPts val="0"/>
              </a:spcBef>
              <a:spcAft>
                <a:spcPts val="0"/>
              </a:spcAft>
              <a:buClr>
                <a:schemeClr val="lt1"/>
              </a:buClr>
              <a:buSzPts val="600"/>
              <a:buNone/>
              <a:defRPr sz="600"/>
            </a:lvl9pPr>
          </a:lstStyle>
          <a:p/>
        </p:txBody>
      </p:sp>
      <p:sp>
        <p:nvSpPr>
          <p:cNvPr id="32" name="Google Shape;32;p6"/>
          <p:cNvSpPr txBox="1"/>
          <p:nvPr>
            <p:ph idx="3" type="subTitle"/>
          </p:nvPr>
        </p:nvSpPr>
        <p:spPr>
          <a:xfrm>
            <a:off x="7518500" y="4750800"/>
            <a:ext cx="1340700" cy="103200"/>
          </a:xfrm>
          <a:prstGeom prst="rect">
            <a:avLst/>
          </a:prstGeom>
        </p:spPr>
        <p:txBody>
          <a:bodyPr anchorCtr="0" anchor="t" bIns="0" lIns="0" spcFirstLastPara="1" rIns="0" wrap="square" tIns="0">
            <a:noAutofit/>
          </a:bodyPr>
          <a:lstStyle>
            <a:lvl1pPr lvl="0" algn="r">
              <a:lnSpc>
                <a:spcPct val="115000"/>
              </a:lnSpc>
              <a:spcBef>
                <a:spcPts val="0"/>
              </a:spcBef>
              <a:spcAft>
                <a:spcPts val="0"/>
              </a:spcAft>
              <a:buNone/>
              <a:defRPr sz="600"/>
            </a:lvl1pPr>
            <a:lvl2pPr lvl="1" algn="r">
              <a:spcBef>
                <a:spcPts val="0"/>
              </a:spcBef>
              <a:spcAft>
                <a:spcPts val="0"/>
              </a:spcAft>
              <a:buClr>
                <a:schemeClr val="lt1"/>
              </a:buClr>
              <a:buSzPts val="600"/>
              <a:buNone/>
              <a:defRPr sz="600"/>
            </a:lvl2pPr>
            <a:lvl3pPr lvl="2" algn="r">
              <a:spcBef>
                <a:spcPts val="0"/>
              </a:spcBef>
              <a:spcAft>
                <a:spcPts val="0"/>
              </a:spcAft>
              <a:buClr>
                <a:schemeClr val="lt1"/>
              </a:buClr>
              <a:buSzPts val="600"/>
              <a:buNone/>
              <a:defRPr sz="600"/>
            </a:lvl3pPr>
            <a:lvl4pPr lvl="3" algn="r">
              <a:spcBef>
                <a:spcPts val="0"/>
              </a:spcBef>
              <a:spcAft>
                <a:spcPts val="0"/>
              </a:spcAft>
              <a:buClr>
                <a:schemeClr val="lt1"/>
              </a:buClr>
              <a:buSzPts val="600"/>
              <a:buNone/>
              <a:defRPr sz="600"/>
            </a:lvl4pPr>
            <a:lvl5pPr lvl="4" algn="r">
              <a:spcBef>
                <a:spcPts val="0"/>
              </a:spcBef>
              <a:spcAft>
                <a:spcPts val="0"/>
              </a:spcAft>
              <a:buClr>
                <a:schemeClr val="lt1"/>
              </a:buClr>
              <a:buSzPts val="600"/>
              <a:buNone/>
              <a:defRPr sz="600"/>
            </a:lvl5pPr>
            <a:lvl6pPr lvl="5" algn="r">
              <a:spcBef>
                <a:spcPts val="0"/>
              </a:spcBef>
              <a:spcAft>
                <a:spcPts val="0"/>
              </a:spcAft>
              <a:buClr>
                <a:schemeClr val="lt1"/>
              </a:buClr>
              <a:buSzPts val="600"/>
              <a:buNone/>
              <a:defRPr sz="600"/>
            </a:lvl6pPr>
            <a:lvl7pPr lvl="6" algn="r">
              <a:spcBef>
                <a:spcPts val="0"/>
              </a:spcBef>
              <a:spcAft>
                <a:spcPts val="0"/>
              </a:spcAft>
              <a:buClr>
                <a:schemeClr val="lt1"/>
              </a:buClr>
              <a:buSzPts val="600"/>
              <a:buNone/>
              <a:defRPr sz="600"/>
            </a:lvl7pPr>
            <a:lvl8pPr lvl="7" algn="r">
              <a:spcBef>
                <a:spcPts val="0"/>
              </a:spcBef>
              <a:spcAft>
                <a:spcPts val="0"/>
              </a:spcAft>
              <a:buClr>
                <a:schemeClr val="lt1"/>
              </a:buClr>
              <a:buSzPts val="600"/>
              <a:buNone/>
              <a:defRPr sz="600"/>
            </a:lvl8pPr>
            <a:lvl9pPr lvl="8" algn="r">
              <a:spcBef>
                <a:spcPts val="0"/>
              </a:spcBef>
              <a:spcAft>
                <a:spcPts val="0"/>
              </a:spcAft>
              <a:buClr>
                <a:schemeClr val="lt1"/>
              </a:buClr>
              <a:buSzPts val="600"/>
              <a:buNone/>
              <a:defRPr sz="600"/>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1">
  <p:cSld name="BLANK_1_1_1_1_1_1_1_1_1_1_1">
    <p:bg>
      <p:bgPr>
        <a:solidFill>
          <a:schemeClr val="lt2"/>
        </a:solidFill>
      </p:bgPr>
    </p:bg>
    <p:spTree>
      <p:nvGrpSpPr>
        <p:cNvPr id="33" name="Shape 33"/>
        <p:cNvGrpSpPr/>
        <p:nvPr/>
      </p:nvGrpSpPr>
      <p:grpSpPr>
        <a:xfrm>
          <a:off x="0" y="0"/>
          <a:ext cx="0" cy="0"/>
          <a:chOff x="0" y="0"/>
          <a:chExt cx="0" cy="0"/>
        </a:xfrm>
      </p:grpSpPr>
      <p:sp>
        <p:nvSpPr>
          <p:cNvPr id="34" name="Google Shape;34;p7"/>
          <p:cNvSpPr txBox="1"/>
          <p:nvPr>
            <p:ph type="title"/>
          </p:nvPr>
        </p:nvSpPr>
        <p:spPr>
          <a:xfrm>
            <a:off x="284775" y="282900"/>
            <a:ext cx="2787300" cy="11169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35" name="Google Shape;35;p7"/>
          <p:cNvSpPr txBox="1"/>
          <p:nvPr>
            <p:ph idx="1" type="subTitle"/>
          </p:nvPr>
        </p:nvSpPr>
        <p:spPr>
          <a:xfrm>
            <a:off x="3348525" y="794925"/>
            <a:ext cx="2460000" cy="4527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1800"/>
            </a:lvl1pPr>
            <a:lvl2pPr lvl="1">
              <a:spcBef>
                <a:spcPts val="0"/>
              </a:spcBef>
              <a:spcAft>
                <a:spcPts val="0"/>
              </a:spcAft>
              <a:buSzPts val="1500"/>
              <a:buNone/>
              <a:defRPr sz="1500"/>
            </a:lvl2pPr>
            <a:lvl3pPr lvl="2">
              <a:spcBef>
                <a:spcPts val="0"/>
              </a:spcBef>
              <a:spcAft>
                <a:spcPts val="0"/>
              </a:spcAft>
              <a:buSzPts val="1500"/>
              <a:buNone/>
              <a:defRPr sz="1500"/>
            </a:lvl3pPr>
            <a:lvl4pPr lvl="3">
              <a:spcBef>
                <a:spcPts val="0"/>
              </a:spcBef>
              <a:spcAft>
                <a:spcPts val="0"/>
              </a:spcAft>
              <a:buSzPts val="1500"/>
              <a:buNone/>
              <a:defRPr sz="1500"/>
            </a:lvl4pPr>
            <a:lvl5pPr lvl="4">
              <a:spcBef>
                <a:spcPts val="0"/>
              </a:spcBef>
              <a:spcAft>
                <a:spcPts val="0"/>
              </a:spcAft>
              <a:buSzPts val="1500"/>
              <a:buNone/>
              <a:defRPr sz="1500"/>
            </a:lvl5pPr>
            <a:lvl6pPr lvl="5">
              <a:spcBef>
                <a:spcPts val="0"/>
              </a:spcBef>
              <a:spcAft>
                <a:spcPts val="0"/>
              </a:spcAft>
              <a:buSzPts val="1500"/>
              <a:buNone/>
              <a:defRPr sz="1500"/>
            </a:lvl6pPr>
            <a:lvl7pPr lvl="6">
              <a:spcBef>
                <a:spcPts val="0"/>
              </a:spcBef>
              <a:spcAft>
                <a:spcPts val="0"/>
              </a:spcAft>
              <a:buSzPts val="1500"/>
              <a:buNone/>
              <a:defRPr sz="1500"/>
            </a:lvl7pPr>
            <a:lvl8pPr lvl="7">
              <a:spcBef>
                <a:spcPts val="0"/>
              </a:spcBef>
              <a:spcAft>
                <a:spcPts val="0"/>
              </a:spcAft>
              <a:buSzPts val="1500"/>
              <a:buNone/>
              <a:defRPr sz="1500"/>
            </a:lvl8pPr>
            <a:lvl9pPr lvl="8">
              <a:spcBef>
                <a:spcPts val="0"/>
              </a:spcBef>
              <a:spcAft>
                <a:spcPts val="0"/>
              </a:spcAft>
              <a:buSzPts val="1500"/>
              <a:buNone/>
              <a:defRPr sz="1500"/>
            </a:lvl9pPr>
          </a:lstStyle>
          <a:p/>
        </p:txBody>
      </p:sp>
      <p:sp>
        <p:nvSpPr>
          <p:cNvPr id="36" name="Google Shape;36;p7"/>
          <p:cNvSpPr txBox="1"/>
          <p:nvPr>
            <p:ph idx="2" type="subTitle"/>
          </p:nvPr>
        </p:nvSpPr>
        <p:spPr>
          <a:xfrm>
            <a:off x="6242100" y="794925"/>
            <a:ext cx="2460000" cy="4527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1800"/>
            </a:lvl1pPr>
            <a:lvl2pPr lvl="1">
              <a:spcBef>
                <a:spcPts val="0"/>
              </a:spcBef>
              <a:spcAft>
                <a:spcPts val="0"/>
              </a:spcAft>
              <a:buClr>
                <a:schemeClr val="lt1"/>
              </a:buClr>
              <a:buSzPts val="1500"/>
              <a:buNone/>
              <a:defRPr sz="1500"/>
            </a:lvl2pPr>
            <a:lvl3pPr lvl="2">
              <a:spcBef>
                <a:spcPts val="0"/>
              </a:spcBef>
              <a:spcAft>
                <a:spcPts val="0"/>
              </a:spcAft>
              <a:buClr>
                <a:schemeClr val="lt1"/>
              </a:buClr>
              <a:buSzPts val="1500"/>
              <a:buNone/>
              <a:defRPr sz="1500"/>
            </a:lvl3pPr>
            <a:lvl4pPr lvl="3">
              <a:spcBef>
                <a:spcPts val="0"/>
              </a:spcBef>
              <a:spcAft>
                <a:spcPts val="0"/>
              </a:spcAft>
              <a:buClr>
                <a:schemeClr val="lt1"/>
              </a:buClr>
              <a:buSzPts val="1500"/>
              <a:buNone/>
              <a:defRPr sz="1500"/>
            </a:lvl4pPr>
            <a:lvl5pPr lvl="4">
              <a:spcBef>
                <a:spcPts val="0"/>
              </a:spcBef>
              <a:spcAft>
                <a:spcPts val="0"/>
              </a:spcAft>
              <a:buClr>
                <a:schemeClr val="lt1"/>
              </a:buClr>
              <a:buSzPts val="1500"/>
              <a:buNone/>
              <a:defRPr sz="1500"/>
            </a:lvl5pPr>
            <a:lvl6pPr lvl="5">
              <a:spcBef>
                <a:spcPts val="0"/>
              </a:spcBef>
              <a:spcAft>
                <a:spcPts val="0"/>
              </a:spcAft>
              <a:buClr>
                <a:schemeClr val="lt1"/>
              </a:buClr>
              <a:buSzPts val="1500"/>
              <a:buNone/>
              <a:defRPr sz="1500"/>
            </a:lvl6pPr>
            <a:lvl7pPr lvl="6">
              <a:spcBef>
                <a:spcPts val="0"/>
              </a:spcBef>
              <a:spcAft>
                <a:spcPts val="0"/>
              </a:spcAft>
              <a:buClr>
                <a:schemeClr val="lt1"/>
              </a:buClr>
              <a:buSzPts val="1500"/>
              <a:buNone/>
              <a:defRPr sz="1500"/>
            </a:lvl7pPr>
            <a:lvl8pPr lvl="7">
              <a:spcBef>
                <a:spcPts val="0"/>
              </a:spcBef>
              <a:spcAft>
                <a:spcPts val="0"/>
              </a:spcAft>
              <a:buClr>
                <a:schemeClr val="lt1"/>
              </a:buClr>
              <a:buSzPts val="1500"/>
              <a:buNone/>
              <a:defRPr sz="1500"/>
            </a:lvl8pPr>
            <a:lvl9pPr lvl="8">
              <a:spcBef>
                <a:spcPts val="0"/>
              </a:spcBef>
              <a:spcAft>
                <a:spcPts val="0"/>
              </a:spcAft>
              <a:buClr>
                <a:schemeClr val="lt1"/>
              </a:buClr>
              <a:buSzPts val="1500"/>
              <a:buNone/>
              <a:defRPr sz="1500"/>
            </a:lvl9pPr>
          </a:lstStyle>
          <a:p/>
        </p:txBody>
      </p:sp>
      <p:sp>
        <p:nvSpPr>
          <p:cNvPr id="37" name="Google Shape;37;p7"/>
          <p:cNvSpPr txBox="1"/>
          <p:nvPr>
            <p:ph idx="3" type="subTitle"/>
          </p:nvPr>
        </p:nvSpPr>
        <p:spPr>
          <a:xfrm>
            <a:off x="3348525" y="1911900"/>
            <a:ext cx="2460000" cy="4527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1800"/>
            </a:lvl1pPr>
            <a:lvl2pPr lvl="1">
              <a:spcBef>
                <a:spcPts val="0"/>
              </a:spcBef>
              <a:spcAft>
                <a:spcPts val="0"/>
              </a:spcAft>
              <a:buClr>
                <a:schemeClr val="lt1"/>
              </a:buClr>
              <a:buSzPts val="1500"/>
              <a:buNone/>
              <a:defRPr sz="1500"/>
            </a:lvl2pPr>
            <a:lvl3pPr lvl="2">
              <a:spcBef>
                <a:spcPts val="0"/>
              </a:spcBef>
              <a:spcAft>
                <a:spcPts val="0"/>
              </a:spcAft>
              <a:buClr>
                <a:schemeClr val="lt1"/>
              </a:buClr>
              <a:buSzPts val="1500"/>
              <a:buNone/>
              <a:defRPr sz="1500"/>
            </a:lvl3pPr>
            <a:lvl4pPr lvl="3">
              <a:spcBef>
                <a:spcPts val="0"/>
              </a:spcBef>
              <a:spcAft>
                <a:spcPts val="0"/>
              </a:spcAft>
              <a:buClr>
                <a:schemeClr val="lt1"/>
              </a:buClr>
              <a:buSzPts val="1500"/>
              <a:buNone/>
              <a:defRPr sz="1500"/>
            </a:lvl4pPr>
            <a:lvl5pPr lvl="4">
              <a:spcBef>
                <a:spcPts val="0"/>
              </a:spcBef>
              <a:spcAft>
                <a:spcPts val="0"/>
              </a:spcAft>
              <a:buClr>
                <a:schemeClr val="lt1"/>
              </a:buClr>
              <a:buSzPts val="1500"/>
              <a:buNone/>
              <a:defRPr sz="1500"/>
            </a:lvl5pPr>
            <a:lvl6pPr lvl="5">
              <a:spcBef>
                <a:spcPts val="0"/>
              </a:spcBef>
              <a:spcAft>
                <a:spcPts val="0"/>
              </a:spcAft>
              <a:buClr>
                <a:schemeClr val="lt1"/>
              </a:buClr>
              <a:buSzPts val="1500"/>
              <a:buNone/>
              <a:defRPr sz="1500"/>
            </a:lvl6pPr>
            <a:lvl7pPr lvl="6">
              <a:spcBef>
                <a:spcPts val="0"/>
              </a:spcBef>
              <a:spcAft>
                <a:spcPts val="0"/>
              </a:spcAft>
              <a:buClr>
                <a:schemeClr val="lt1"/>
              </a:buClr>
              <a:buSzPts val="1500"/>
              <a:buNone/>
              <a:defRPr sz="1500"/>
            </a:lvl7pPr>
            <a:lvl8pPr lvl="7">
              <a:spcBef>
                <a:spcPts val="0"/>
              </a:spcBef>
              <a:spcAft>
                <a:spcPts val="0"/>
              </a:spcAft>
              <a:buClr>
                <a:schemeClr val="lt1"/>
              </a:buClr>
              <a:buSzPts val="1500"/>
              <a:buNone/>
              <a:defRPr sz="1500"/>
            </a:lvl8pPr>
            <a:lvl9pPr lvl="8">
              <a:spcBef>
                <a:spcPts val="0"/>
              </a:spcBef>
              <a:spcAft>
                <a:spcPts val="0"/>
              </a:spcAft>
              <a:buClr>
                <a:schemeClr val="lt1"/>
              </a:buClr>
              <a:buSzPts val="1500"/>
              <a:buNone/>
              <a:defRPr sz="1500"/>
            </a:lvl9pPr>
          </a:lstStyle>
          <a:p/>
        </p:txBody>
      </p:sp>
      <p:sp>
        <p:nvSpPr>
          <p:cNvPr id="38" name="Google Shape;38;p7"/>
          <p:cNvSpPr txBox="1"/>
          <p:nvPr>
            <p:ph idx="4" type="subTitle"/>
          </p:nvPr>
        </p:nvSpPr>
        <p:spPr>
          <a:xfrm>
            <a:off x="6242100" y="1911900"/>
            <a:ext cx="2460000" cy="4527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1800"/>
            </a:lvl1pPr>
            <a:lvl2pPr lvl="1">
              <a:spcBef>
                <a:spcPts val="0"/>
              </a:spcBef>
              <a:spcAft>
                <a:spcPts val="0"/>
              </a:spcAft>
              <a:buClr>
                <a:schemeClr val="lt1"/>
              </a:buClr>
              <a:buSzPts val="1500"/>
              <a:buNone/>
              <a:defRPr sz="1500"/>
            </a:lvl2pPr>
            <a:lvl3pPr lvl="2">
              <a:spcBef>
                <a:spcPts val="0"/>
              </a:spcBef>
              <a:spcAft>
                <a:spcPts val="0"/>
              </a:spcAft>
              <a:buClr>
                <a:schemeClr val="lt1"/>
              </a:buClr>
              <a:buSzPts val="1500"/>
              <a:buNone/>
              <a:defRPr sz="1500"/>
            </a:lvl3pPr>
            <a:lvl4pPr lvl="3">
              <a:spcBef>
                <a:spcPts val="0"/>
              </a:spcBef>
              <a:spcAft>
                <a:spcPts val="0"/>
              </a:spcAft>
              <a:buClr>
                <a:schemeClr val="lt1"/>
              </a:buClr>
              <a:buSzPts val="1500"/>
              <a:buNone/>
              <a:defRPr sz="1500"/>
            </a:lvl4pPr>
            <a:lvl5pPr lvl="4">
              <a:spcBef>
                <a:spcPts val="0"/>
              </a:spcBef>
              <a:spcAft>
                <a:spcPts val="0"/>
              </a:spcAft>
              <a:buClr>
                <a:schemeClr val="lt1"/>
              </a:buClr>
              <a:buSzPts val="1500"/>
              <a:buNone/>
              <a:defRPr sz="1500"/>
            </a:lvl5pPr>
            <a:lvl6pPr lvl="5">
              <a:spcBef>
                <a:spcPts val="0"/>
              </a:spcBef>
              <a:spcAft>
                <a:spcPts val="0"/>
              </a:spcAft>
              <a:buClr>
                <a:schemeClr val="lt1"/>
              </a:buClr>
              <a:buSzPts val="1500"/>
              <a:buNone/>
              <a:defRPr sz="1500"/>
            </a:lvl6pPr>
            <a:lvl7pPr lvl="6">
              <a:spcBef>
                <a:spcPts val="0"/>
              </a:spcBef>
              <a:spcAft>
                <a:spcPts val="0"/>
              </a:spcAft>
              <a:buClr>
                <a:schemeClr val="lt1"/>
              </a:buClr>
              <a:buSzPts val="1500"/>
              <a:buNone/>
              <a:defRPr sz="1500"/>
            </a:lvl7pPr>
            <a:lvl8pPr lvl="7">
              <a:spcBef>
                <a:spcPts val="0"/>
              </a:spcBef>
              <a:spcAft>
                <a:spcPts val="0"/>
              </a:spcAft>
              <a:buClr>
                <a:schemeClr val="lt1"/>
              </a:buClr>
              <a:buSzPts val="1500"/>
              <a:buNone/>
              <a:defRPr sz="1500"/>
            </a:lvl8pPr>
            <a:lvl9pPr lvl="8">
              <a:spcBef>
                <a:spcPts val="0"/>
              </a:spcBef>
              <a:spcAft>
                <a:spcPts val="0"/>
              </a:spcAft>
              <a:buClr>
                <a:schemeClr val="lt1"/>
              </a:buClr>
              <a:buSzPts val="1500"/>
              <a:buNone/>
              <a:defRPr sz="1500"/>
            </a:lvl9pPr>
          </a:lstStyle>
          <a:p/>
        </p:txBody>
      </p:sp>
      <p:sp>
        <p:nvSpPr>
          <p:cNvPr id="39" name="Google Shape;39;p7"/>
          <p:cNvSpPr txBox="1"/>
          <p:nvPr>
            <p:ph idx="5" type="subTitle"/>
          </p:nvPr>
        </p:nvSpPr>
        <p:spPr>
          <a:xfrm>
            <a:off x="3348525" y="3028875"/>
            <a:ext cx="2460000" cy="4527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1800"/>
            </a:lvl1pPr>
            <a:lvl2pPr lvl="1">
              <a:spcBef>
                <a:spcPts val="0"/>
              </a:spcBef>
              <a:spcAft>
                <a:spcPts val="0"/>
              </a:spcAft>
              <a:buSzPts val="1500"/>
              <a:buNone/>
              <a:defRPr sz="1500"/>
            </a:lvl2pPr>
            <a:lvl3pPr lvl="2">
              <a:spcBef>
                <a:spcPts val="0"/>
              </a:spcBef>
              <a:spcAft>
                <a:spcPts val="0"/>
              </a:spcAft>
              <a:buSzPts val="1500"/>
              <a:buNone/>
              <a:defRPr sz="1500"/>
            </a:lvl3pPr>
            <a:lvl4pPr lvl="3">
              <a:spcBef>
                <a:spcPts val="0"/>
              </a:spcBef>
              <a:spcAft>
                <a:spcPts val="0"/>
              </a:spcAft>
              <a:buSzPts val="1500"/>
              <a:buNone/>
              <a:defRPr sz="1500"/>
            </a:lvl4pPr>
            <a:lvl5pPr lvl="4">
              <a:spcBef>
                <a:spcPts val="0"/>
              </a:spcBef>
              <a:spcAft>
                <a:spcPts val="0"/>
              </a:spcAft>
              <a:buSzPts val="1500"/>
              <a:buNone/>
              <a:defRPr sz="1500"/>
            </a:lvl5pPr>
            <a:lvl6pPr lvl="5">
              <a:spcBef>
                <a:spcPts val="0"/>
              </a:spcBef>
              <a:spcAft>
                <a:spcPts val="0"/>
              </a:spcAft>
              <a:buSzPts val="1500"/>
              <a:buNone/>
              <a:defRPr sz="1500"/>
            </a:lvl6pPr>
            <a:lvl7pPr lvl="6">
              <a:spcBef>
                <a:spcPts val="0"/>
              </a:spcBef>
              <a:spcAft>
                <a:spcPts val="0"/>
              </a:spcAft>
              <a:buSzPts val="1500"/>
              <a:buNone/>
              <a:defRPr sz="1500"/>
            </a:lvl7pPr>
            <a:lvl8pPr lvl="7">
              <a:spcBef>
                <a:spcPts val="0"/>
              </a:spcBef>
              <a:spcAft>
                <a:spcPts val="0"/>
              </a:spcAft>
              <a:buSzPts val="1500"/>
              <a:buNone/>
              <a:defRPr sz="1500"/>
            </a:lvl8pPr>
            <a:lvl9pPr lvl="8">
              <a:spcBef>
                <a:spcPts val="0"/>
              </a:spcBef>
              <a:spcAft>
                <a:spcPts val="0"/>
              </a:spcAft>
              <a:buSzPts val="1500"/>
              <a:buNone/>
              <a:defRPr sz="1500"/>
            </a:lvl9pPr>
          </a:lstStyle>
          <a:p/>
        </p:txBody>
      </p:sp>
      <p:sp>
        <p:nvSpPr>
          <p:cNvPr id="40" name="Google Shape;40;p7"/>
          <p:cNvSpPr txBox="1"/>
          <p:nvPr>
            <p:ph idx="6" type="subTitle"/>
          </p:nvPr>
        </p:nvSpPr>
        <p:spPr>
          <a:xfrm>
            <a:off x="6242100" y="3028875"/>
            <a:ext cx="2460000" cy="4527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1800"/>
            </a:lvl1pPr>
            <a:lvl2pPr lvl="1">
              <a:spcBef>
                <a:spcPts val="0"/>
              </a:spcBef>
              <a:spcAft>
                <a:spcPts val="0"/>
              </a:spcAft>
              <a:buSzPts val="1500"/>
              <a:buNone/>
              <a:defRPr sz="1500"/>
            </a:lvl2pPr>
            <a:lvl3pPr lvl="2">
              <a:spcBef>
                <a:spcPts val="0"/>
              </a:spcBef>
              <a:spcAft>
                <a:spcPts val="0"/>
              </a:spcAft>
              <a:buSzPts val="1500"/>
              <a:buNone/>
              <a:defRPr sz="1500"/>
            </a:lvl3pPr>
            <a:lvl4pPr lvl="3">
              <a:spcBef>
                <a:spcPts val="0"/>
              </a:spcBef>
              <a:spcAft>
                <a:spcPts val="0"/>
              </a:spcAft>
              <a:buSzPts val="1500"/>
              <a:buNone/>
              <a:defRPr sz="1500"/>
            </a:lvl4pPr>
            <a:lvl5pPr lvl="4">
              <a:spcBef>
                <a:spcPts val="0"/>
              </a:spcBef>
              <a:spcAft>
                <a:spcPts val="0"/>
              </a:spcAft>
              <a:buSzPts val="1500"/>
              <a:buNone/>
              <a:defRPr sz="1500"/>
            </a:lvl5pPr>
            <a:lvl6pPr lvl="5">
              <a:spcBef>
                <a:spcPts val="0"/>
              </a:spcBef>
              <a:spcAft>
                <a:spcPts val="0"/>
              </a:spcAft>
              <a:buSzPts val="1500"/>
              <a:buNone/>
              <a:defRPr sz="1500"/>
            </a:lvl6pPr>
            <a:lvl7pPr lvl="6">
              <a:spcBef>
                <a:spcPts val="0"/>
              </a:spcBef>
              <a:spcAft>
                <a:spcPts val="0"/>
              </a:spcAft>
              <a:buSzPts val="1500"/>
              <a:buNone/>
              <a:defRPr sz="1500"/>
            </a:lvl7pPr>
            <a:lvl8pPr lvl="7">
              <a:spcBef>
                <a:spcPts val="0"/>
              </a:spcBef>
              <a:spcAft>
                <a:spcPts val="0"/>
              </a:spcAft>
              <a:buSzPts val="1500"/>
              <a:buNone/>
              <a:defRPr sz="1500"/>
            </a:lvl8pPr>
            <a:lvl9pPr lvl="8">
              <a:spcBef>
                <a:spcPts val="0"/>
              </a:spcBef>
              <a:spcAft>
                <a:spcPts val="0"/>
              </a:spcAft>
              <a:buSzPts val="1500"/>
              <a:buNone/>
              <a:defRPr sz="1500"/>
            </a:lvl9pPr>
          </a:lstStyle>
          <a:p/>
        </p:txBody>
      </p:sp>
      <p:sp>
        <p:nvSpPr>
          <p:cNvPr id="41" name="Google Shape;41;p7"/>
          <p:cNvSpPr txBox="1"/>
          <p:nvPr>
            <p:ph idx="7" type="subTitle"/>
          </p:nvPr>
        </p:nvSpPr>
        <p:spPr>
          <a:xfrm>
            <a:off x="3348525" y="4145850"/>
            <a:ext cx="2460000" cy="4527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1800"/>
            </a:lvl1pPr>
            <a:lvl2pPr lvl="1">
              <a:spcBef>
                <a:spcPts val="0"/>
              </a:spcBef>
              <a:spcAft>
                <a:spcPts val="0"/>
              </a:spcAft>
              <a:buSzPts val="1500"/>
              <a:buNone/>
              <a:defRPr sz="1500"/>
            </a:lvl2pPr>
            <a:lvl3pPr lvl="2">
              <a:spcBef>
                <a:spcPts val="0"/>
              </a:spcBef>
              <a:spcAft>
                <a:spcPts val="0"/>
              </a:spcAft>
              <a:buSzPts val="1500"/>
              <a:buNone/>
              <a:defRPr sz="1500"/>
            </a:lvl3pPr>
            <a:lvl4pPr lvl="3">
              <a:spcBef>
                <a:spcPts val="0"/>
              </a:spcBef>
              <a:spcAft>
                <a:spcPts val="0"/>
              </a:spcAft>
              <a:buSzPts val="1500"/>
              <a:buNone/>
              <a:defRPr sz="1500"/>
            </a:lvl4pPr>
            <a:lvl5pPr lvl="4">
              <a:spcBef>
                <a:spcPts val="0"/>
              </a:spcBef>
              <a:spcAft>
                <a:spcPts val="0"/>
              </a:spcAft>
              <a:buSzPts val="1500"/>
              <a:buNone/>
              <a:defRPr sz="1500"/>
            </a:lvl5pPr>
            <a:lvl6pPr lvl="5">
              <a:spcBef>
                <a:spcPts val="0"/>
              </a:spcBef>
              <a:spcAft>
                <a:spcPts val="0"/>
              </a:spcAft>
              <a:buSzPts val="1500"/>
              <a:buNone/>
              <a:defRPr sz="1500"/>
            </a:lvl6pPr>
            <a:lvl7pPr lvl="6">
              <a:spcBef>
                <a:spcPts val="0"/>
              </a:spcBef>
              <a:spcAft>
                <a:spcPts val="0"/>
              </a:spcAft>
              <a:buSzPts val="1500"/>
              <a:buNone/>
              <a:defRPr sz="1500"/>
            </a:lvl7pPr>
            <a:lvl8pPr lvl="7">
              <a:spcBef>
                <a:spcPts val="0"/>
              </a:spcBef>
              <a:spcAft>
                <a:spcPts val="0"/>
              </a:spcAft>
              <a:buSzPts val="1500"/>
              <a:buNone/>
              <a:defRPr sz="1500"/>
            </a:lvl8pPr>
            <a:lvl9pPr lvl="8">
              <a:spcBef>
                <a:spcPts val="0"/>
              </a:spcBef>
              <a:spcAft>
                <a:spcPts val="0"/>
              </a:spcAft>
              <a:buSzPts val="1500"/>
              <a:buNone/>
              <a:defRPr sz="1500"/>
            </a:lvl9pPr>
          </a:lstStyle>
          <a:p/>
        </p:txBody>
      </p:sp>
      <p:sp>
        <p:nvSpPr>
          <p:cNvPr id="42" name="Google Shape;42;p7"/>
          <p:cNvSpPr txBox="1"/>
          <p:nvPr>
            <p:ph idx="8" type="subTitle"/>
          </p:nvPr>
        </p:nvSpPr>
        <p:spPr>
          <a:xfrm>
            <a:off x="6242100" y="4145850"/>
            <a:ext cx="2460000" cy="4527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1800"/>
            </a:lvl1pPr>
            <a:lvl2pPr lvl="1">
              <a:spcBef>
                <a:spcPts val="0"/>
              </a:spcBef>
              <a:spcAft>
                <a:spcPts val="0"/>
              </a:spcAft>
              <a:buSzPts val="1500"/>
              <a:buNone/>
              <a:defRPr sz="1500"/>
            </a:lvl2pPr>
            <a:lvl3pPr lvl="2">
              <a:spcBef>
                <a:spcPts val="0"/>
              </a:spcBef>
              <a:spcAft>
                <a:spcPts val="0"/>
              </a:spcAft>
              <a:buSzPts val="1500"/>
              <a:buNone/>
              <a:defRPr sz="1500"/>
            </a:lvl3pPr>
            <a:lvl4pPr lvl="3">
              <a:spcBef>
                <a:spcPts val="0"/>
              </a:spcBef>
              <a:spcAft>
                <a:spcPts val="0"/>
              </a:spcAft>
              <a:buSzPts val="1500"/>
              <a:buNone/>
              <a:defRPr sz="1500"/>
            </a:lvl4pPr>
            <a:lvl5pPr lvl="4">
              <a:spcBef>
                <a:spcPts val="0"/>
              </a:spcBef>
              <a:spcAft>
                <a:spcPts val="0"/>
              </a:spcAft>
              <a:buSzPts val="1500"/>
              <a:buNone/>
              <a:defRPr sz="1500"/>
            </a:lvl5pPr>
            <a:lvl6pPr lvl="5">
              <a:spcBef>
                <a:spcPts val="0"/>
              </a:spcBef>
              <a:spcAft>
                <a:spcPts val="0"/>
              </a:spcAft>
              <a:buSzPts val="1500"/>
              <a:buNone/>
              <a:defRPr sz="1500"/>
            </a:lvl6pPr>
            <a:lvl7pPr lvl="6">
              <a:spcBef>
                <a:spcPts val="0"/>
              </a:spcBef>
              <a:spcAft>
                <a:spcPts val="0"/>
              </a:spcAft>
              <a:buSzPts val="1500"/>
              <a:buNone/>
              <a:defRPr sz="1500"/>
            </a:lvl7pPr>
            <a:lvl8pPr lvl="7">
              <a:spcBef>
                <a:spcPts val="0"/>
              </a:spcBef>
              <a:spcAft>
                <a:spcPts val="0"/>
              </a:spcAft>
              <a:buSzPts val="1500"/>
              <a:buNone/>
              <a:defRPr sz="1500"/>
            </a:lvl8pPr>
            <a:lvl9pPr lvl="8">
              <a:spcBef>
                <a:spcPts val="0"/>
              </a:spcBef>
              <a:spcAft>
                <a:spcPts val="0"/>
              </a:spcAft>
              <a:buSzPts val="1500"/>
              <a:buNone/>
              <a:defRPr sz="1500"/>
            </a:lvl9pPr>
          </a:lstStyle>
          <a:p/>
        </p:txBody>
      </p:sp>
      <p:sp>
        <p:nvSpPr>
          <p:cNvPr id="43" name="Google Shape;43;p7"/>
          <p:cNvSpPr txBox="1"/>
          <p:nvPr>
            <p:ph idx="9" type="subTitle"/>
          </p:nvPr>
        </p:nvSpPr>
        <p:spPr>
          <a:xfrm>
            <a:off x="3348525" y="506025"/>
            <a:ext cx="2460000" cy="1539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b="1" sz="1000">
                <a:latin typeface="Outfit"/>
                <a:ea typeface="Outfit"/>
                <a:cs typeface="Outfit"/>
                <a:sym typeface="Outfit"/>
              </a:defRPr>
            </a:lvl1pPr>
            <a:lvl2pPr lvl="1">
              <a:lnSpc>
                <a:spcPct val="115000"/>
              </a:lnSpc>
              <a:spcBef>
                <a:spcPts val="0"/>
              </a:spcBef>
              <a:spcAft>
                <a:spcPts val="0"/>
              </a:spcAft>
              <a:buSzPts val="1500"/>
              <a:buFont typeface="Outfit"/>
              <a:buNone/>
              <a:defRPr sz="1500">
                <a:latin typeface="Outfit"/>
                <a:ea typeface="Outfit"/>
                <a:cs typeface="Outfit"/>
                <a:sym typeface="Outfit"/>
              </a:defRPr>
            </a:lvl2pPr>
            <a:lvl3pPr lvl="2">
              <a:lnSpc>
                <a:spcPct val="115000"/>
              </a:lnSpc>
              <a:spcBef>
                <a:spcPts val="0"/>
              </a:spcBef>
              <a:spcAft>
                <a:spcPts val="0"/>
              </a:spcAft>
              <a:buSzPts val="1500"/>
              <a:buFont typeface="Outfit"/>
              <a:buNone/>
              <a:defRPr sz="1500">
                <a:latin typeface="Outfit"/>
                <a:ea typeface="Outfit"/>
                <a:cs typeface="Outfit"/>
                <a:sym typeface="Outfit"/>
              </a:defRPr>
            </a:lvl3pPr>
            <a:lvl4pPr lvl="3">
              <a:lnSpc>
                <a:spcPct val="115000"/>
              </a:lnSpc>
              <a:spcBef>
                <a:spcPts val="0"/>
              </a:spcBef>
              <a:spcAft>
                <a:spcPts val="0"/>
              </a:spcAft>
              <a:buSzPts val="1500"/>
              <a:buFont typeface="Outfit"/>
              <a:buNone/>
              <a:defRPr sz="1500">
                <a:latin typeface="Outfit"/>
                <a:ea typeface="Outfit"/>
                <a:cs typeface="Outfit"/>
                <a:sym typeface="Outfit"/>
              </a:defRPr>
            </a:lvl4pPr>
            <a:lvl5pPr lvl="4">
              <a:lnSpc>
                <a:spcPct val="115000"/>
              </a:lnSpc>
              <a:spcBef>
                <a:spcPts val="0"/>
              </a:spcBef>
              <a:spcAft>
                <a:spcPts val="0"/>
              </a:spcAft>
              <a:buSzPts val="1500"/>
              <a:buFont typeface="Outfit"/>
              <a:buNone/>
              <a:defRPr sz="1500">
                <a:latin typeface="Outfit"/>
                <a:ea typeface="Outfit"/>
                <a:cs typeface="Outfit"/>
                <a:sym typeface="Outfit"/>
              </a:defRPr>
            </a:lvl5pPr>
            <a:lvl6pPr lvl="5">
              <a:lnSpc>
                <a:spcPct val="115000"/>
              </a:lnSpc>
              <a:spcBef>
                <a:spcPts val="0"/>
              </a:spcBef>
              <a:spcAft>
                <a:spcPts val="0"/>
              </a:spcAft>
              <a:buSzPts val="1500"/>
              <a:buFont typeface="Outfit"/>
              <a:buNone/>
              <a:defRPr sz="1500">
                <a:latin typeface="Outfit"/>
                <a:ea typeface="Outfit"/>
                <a:cs typeface="Outfit"/>
                <a:sym typeface="Outfit"/>
              </a:defRPr>
            </a:lvl6pPr>
            <a:lvl7pPr lvl="6">
              <a:lnSpc>
                <a:spcPct val="115000"/>
              </a:lnSpc>
              <a:spcBef>
                <a:spcPts val="0"/>
              </a:spcBef>
              <a:spcAft>
                <a:spcPts val="0"/>
              </a:spcAft>
              <a:buSzPts val="1500"/>
              <a:buFont typeface="Outfit"/>
              <a:buNone/>
              <a:defRPr sz="1500">
                <a:latin typeface="Outfit"/>
                <a:ea typeface="Outfit"/>
                <a:cs typeface="Outfit"/>
                <a:sym typeface="Outfit"/>
              </a:defRPr>
            </a:lvl7pPr>
            <a:lvl8pPr lvl="7">
              <a:lnSpc>
                <a:spcPct val="115000"/>
              </a:lnSpc>
              <a:spcBef>
                <a:spcPts val="0"/>
              </a:spcBef>
              <a:spcAft>
                <a:spcPts val="0"/>
              </a:spcAft>
              <a:buSzPts val="1500"/>
              <a:buFont typeface="Outfit"/>
              <a:buNone/>
              <a:defRPr sz="1500">
                <a:latin typeface="Outfit"/>
                <a:ea typeface="Outfit"/>
                <a:cs typeface="Outfit"/>
                <a:sym typeface="Outfit"/>
              </a:defRPr>
            </a:lvl8pPr>
            <a:lvl9pPr lvl="8">
              <a:lnSpc>
                <a:spcPct val="115000"/>
              </a:lnSpc>
              <a:spcBef>
                <a:spcPts val="0"/>
              </a:spcBef>
              <a:spcAft>
                <a:spcPts val="0"/>
              </a:spcAft>
              <a:buSzPts val="1500"/>
              <a:buFont typeface="Outfit"/>
              <a:buNone/>
              <a:defRPr sz="1500">
                <a:latin typeface="Outfit"/>
                <a:ea typeface="Outfit"/>
                <a:cs typeface="Outfit"/>
                <a:sym typeface="Outfit"/>
              </a:defRPr>
            </a:lvl9pPr>
          </a:lstStyle>
          <a:p/>
        </p:txBody>
      </p:sp>
      <p:sp>
        <p:nvSpPr>
          <p:cNvPr id="44" name="Google Shape;44;p7"/>
          <p:cNvSpPr txBox="1"/>
          <p:nvPr>
            <p:ph idx="13" type="subTitle"/>
          </p:nvPr>
        </p:nvSpPr>
        <p:spPr>
          <a:xfrm>
            <a:off x="6242100" y="506025"/>
            <a:ext cx="2460000" cy="1539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b="1" sz="1000">
                <a:latin typeface="Outfit"/>
                <a:ea typeface="Outfit"/>
                <a:cs typeface="Outfit"/>
                <a:sym typeface="Outfit"/>
              </a:defRPr>
            </a:lvl1pPr>
            <a:lvl2pPr lvl="1">
              <a:lnSpc>
                <a:spcPct val="115000"/>
              </a:lnSpc>
              <a:spcBef>
                <a:spcPts val="0"/>
              </a:spcBef>
              <a:spcAft>
                <a:spcPts val="0"/>
              </a:spcAft>
              <a:buSzPts val="1500"/>
              <a:buFont typeface="Outfit"/>
              <a:buNone/>
              <a:defRPr sz="1500">
                <a:latin typeface="Outfit"/>
                <a:ea typeface="Outfit"/>
                <a:cs typeface="Outfit"/>
                <a:sym typeface="Outfit"/>
              </a:defRPr>
            </a:lvl2pPr>
            <a:lvl3pPr lvl="2">
              <a:lnSpc>
                <a:spcPct val="115000"/>
              </a:lnSpc>
              <a:spcBef>
                <a:spcPts val="0"/>
              </a:spcBef>
              <a:spcAft>
                <a:spcPts val="0"/>
              </a:spcAft>
              <a:buSzPts val="1500"/>
              <a:buFont typeface="Outfit"/>
              <a:buNone/>
              <a:defRPr sz="1500">
                <a:latin typeface="Outfit"/>
                <a:ea typeface="Outfit"/>
                <a:cs typeface="Outfit"/>
                <a:sym typeface="Outfit"/>
              </a:defRPr>
            </a:lvl3pPr>
            <a:lvl4pPr lvl="3">
              <a:lnSpc>
                <a:spcPct val="115000"/>
              </a:lnSpc>
              <a:spcBef>
                <a:spcPts val="0"/>
              </a:spcBef>
              <a:spcAft>
                <a:spcPts val="0"/>
              </a:spcAft>
              <a:buSzPts val="1500"/>
              <a:buFont typeface="Outfit"/>
              <a:buNone/>
              <a:defRPr sz="1500">
                <a:latin typeface="Outfit"/>
                <a:ea typeface="Outfit"/>
                <a:cs typeface="Outfit"/>
                <a:sym typeface="Outfit"/>
              </a:defRPr>
            </a:lvl4pPr>
            <a:lvl5pPr lvl="4">
              <a:lnSpc>
                <a:spcPct val="115000"/>
              </a:lnSpc>
              <a:spcBef>
                <a:spcPts val="0"/>
              </a:spcBef>
              <a:spcAft>
                <a:spcPts val="0"/>
              </a:spcAft>
              <a:buSzPts val="1500"/>
              <a:buFont typeface="Outfit"/>
              <a:buNone/>
              <a:defRPr sz="1500">
                <a:latin typeface="Outfit"/>
                <a:ea typeface="Outfit"/>
                <a:cs typeface="Outfit"/>
                <a:sym typeface="Outfit"/>
              </a:defRPr>
            </a:lvl5pPr>
            <a:lvl6pPr lvl="5">
              <a:lnSpc>
                <a:spcPct val="115000"/>
              </a:lnSpc>
              <a:spcBef>
                <a:spcPts val="0"/>
              </a:spcBef>
              <a:spcAft>
                <a:spcPts val="0"/>
              </a:spcAft>
              <a:buSzPts val="1500"/>
              <a:buFont typeface="Outfit"/>
              <a:buNone/>
              <a:defRPr sz="1500">
                <a:latin typeface="Outfit"/>
                <a:ea typeface="Outfit"/>
                <a:cs typeface="Outfit"/>
                <a:sym typeface="Outfit"/>
              </a:defRPr>
            </a:lvl6pPr>
            <a:lvl7pPr lvl="6">
              <a:lnSpc>
                <a:spcPct val="115000"/>
              </a:lnSpc>
              <a:spcBef>
                <a:spcPts val="0"/>
              </a:spcBef>
              <a:spcAft>
                <a:spcPts val="0"/>
              </a:spcAft>
              <a:buSzPts val="1500"/>
              <a:buFont typeface="Outfit"/>
              <a:buNone/>
              <a:defRPr sz="1500">
                <a:latin typeface="Outfit"/>
                <a:ea typeface="Outfit"/>
                <a:cs typeface="Outfit"/>
                <a:sym typeface="Outfit"/>
              </a:defRPr>
            </a:lvl7pPr>
            <a:lvl8pPr lvl="7">
              <a:lnSpc>
                <a:spcPct val="115000"/>
              </a:lnSpc>
              <a:spcBef>
                <a:spcPts val="0"/>
              </a:spcBef>
              <a:spcAft>
                <a:spcPts val="0"/>
              </a:spcAft>
              <a:buSzPts val="1500"/>
              <a:buFont typeface="Outfit"/>
              <a:buNone/>
              <a:defRPr sz="1500">
                <a:latin typeface="Outfit"/>
                <a:ea typeface="Outfit"/>
                <a:cs typeface="Outfit"/>
                <a:sym typeface="Outfit"/>
              </a:defRPr>
            </a:lvl8pPr>
            <a:lvl9pPr lvl="8">
              <a:lnSpc>
                <a:spcPct val="115000"/>
              </a:lnSpc>
              <a:spcBef>
                <a:spcPts val="0"/>
              </a:spcBef>
              <a:spcAft>
                <a:spcPts val="0"/>
              </a:spcAft>
              <a:buSzPts val="1500"/>
              <a:buFont typeface="Outfit"/>
              <a:buNone/>
              <a:defRPr sz="1500">
                <a:latin typeface="Outfit"/>
                <a:ea typeface="Outfit"/>
                <a:cs typeface="Outfit"/>
                <a:sym typeface="Outfit"/>
              </a:defRPr>
            </a:lvl9pPr>
          </a:lstStyle>
          <a:p/>
        </p:txBody>
      </p:sp>
      <p:sp>
        <p:nvSpPr>
          <p:cNvPr id="45" name="Google Shape;45;p7"/>
          <p:cNvSpPr txBox="1"/>
          <p:nvPr>
            <p:ph idx="14" type="subTitle"/>
          </p:nvPr>
        </p:nvSpPr>
        <p:spPr>
          <a:xfrm>
            <a:off x="3348525" y="1623075"/>
            <a:ext cx="2460000" cy="1539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b="1" sz="1000">
                <a:latin typeface="Outfit"/>
                <a:ea typeface="Outfit"/>
                <a:cs typeface="Outfit"/>
                <a:sym typeface="Outfit"/>
              </a:defRPr>
            </a:lvl1pPr>
            <a:lvl2pPr lvl="1">
              <a:lnSpc>
                <a:spcPct val="115000"/>
              </a:lnSpc>
              <a:spcBef>
                <a:spcPts val="0"/>
              </a:spcBef>
              <a:spcAft>
                <a:spcPts val="0"/>
              </a:spcAft>
              <a:buSzPts val="1500"/>
              <a:buFont typeface="Outfit"/>
              <a:buNone/>
              <a:defRPr sz="1500">
                <a:latin typeface="Outfit"/>
                <a:ea typeface="Outfit"/>
                <a:cs typeface="Outfit"/>
                <a:sym typeface="Outfit"/>
              </a:defRPr>
            </a:lvl2pPr>
            <a:lvl3pPr lvl="2">
              <a:lnSpc>
                <a:spcPct val="115000"/>
              </a:lnSpc>
              <a:spcBef>
                <a:spcPts val="0"/>
              </a:spcBef>
              <a:spcAft>
                <a:spcPts val="0"/>
              </a:spcAft>
              <a:buSzPts val="1500"/>
              <a:buFont typeface="Outfit"/>
              <a:buNone/>
              <a:defRPr sz="1500">
                <a:latin typeface="Outfit"/>
                <a:ea typeface="Outfit"/>
                <a:cs typeface="Outfit"/>
                <a:sym typeface="Outfit"/>
              </a:defRPr>
            </a:lvl3pPr>
            <a:lvl4pPr lvl="3">
              <a:lnSpc>
                <a:spcPct val="115000"/>
              </a:lnSpc>
              <a:spcBef>
                <a:spcPts val="0"/>
              </a:spcBef>
              <a:spcAft>
                <a:spcPts val="0"/>
              </a:spcAft>
              <a:buSzPts val="1500"/>
              <a:buFont typeface="Outfit"/>
              <a:buNone/>
              <a:defRPr sz="1500">
                <a:latin typeface="Outfit"/>
                <a:ea typeface="Outfit"/>
                <a:cs typeface="Outfit"/>
                <a:sym typeface="Outfit"/>
              </a:defRPr>
            </a:lvl4pPr>
            <a:lvl5pPr lvl="4">
              <a:lnSpc>
                <a:spcPct val="115000"/>
              </a:lnSpc>
              <a:spcBef>
                <a:spcPts val="0"/>
              </a:spcBef>
              <a:spcAft>
                <a:spcPts val="0"/>
              </a:spcAft>
              <a:buSzPts val="1500"/>
              <a:buFont typeface="Outfit"/>
              <a:buNone/>
              <a:defRPr sz="1500">
                <a:latin typeface="Outfit"/>
                <a:ea typeface="Outfit"/>
                <a:cs typeface="Outfit"/>
                <a:sym typeface="Outfit"/>
              </a:defRPr>
            </a:lvl5pPr>
            <a:lvl6pPr lvl="5">
              <a:lnSpc>
                <a:spcPct val="115000"/>
              </a:lnSpc>
              <a:spcBef>
                <a:spcPts val="0"/>
              </a:spcBef>
              <a:spcAft>
                <a:spcPts val="0"/>
              </a:spcAft>
              <a:buSzPts val="1500"/>
              <a:buFont typeface="Outfit"/>
              <a:buNone/>
              <a:defRPr sz="1500">
                <a:latin typeface="Outfit"/>
                <a:ea typeface="Outfit"/>
                <a:cs typeface="Outfit"/>
                <a:sym typeface="Outfit"/>
              </a:defRPr>
            </a:lvl6pPr>
            <a:lvl7pPr lvl="6">
              <a:lnSpc>
                <a:spcPct val="115000"/>
              </a:lnSpc>
              <a:spcBef>
                <a:spcPts val="0"/>
              </a:spcBef>
              <a:spcAft>
                <a:spcPts val="0"/>
              </a:spcAft>
              <a:buSzPts val="1500"/>
              <a:buFont typeface="Outfit"/>
              <a:buNone/>
              <a:defRPr sz="1500">
                <a:latin typeface="Outfit"/>
                <a:ea typeface="Outfit"/>
                <a:cs typeface="Outfit"/>
                <a:sym typeface="Outfit"/>
              </a:defRPr>
            </a:lvl7pPr>
            <a:lvl8pPr lvl="7">
              <a:lnSpc>
                <a:spcPct val="115000"/>
              </a:lnSpc>
              <a:spcBef>
                <a:spcPts val="0"/>
              </a:spcBef>
              <a:spcAft>
                <a:spcPts val="0"/>
              </a:spcAft>
              <a:buSzPts val="1500"/>
              <a:buFont typeface="Outfit"/>
              <a:buNone/>
              <a:defRPr sz="1500">
                <a:latin typeface="Outfit"/>
                <a:ea typeface="Outfit"/>
                <a:cs typeface="Outfit"/>
                <a:sym typeface="Outfit"/>
              </a:defRPr>
            </a:lvl8pPr>
            <a:lvl9pPr lvl="8">
              <a:lnSpc>
                <a:spcPct val="115000"/>
              </a:lnSpc>
              <a:spcBef>
                <a:spcPts val="0"/>
              </a:spcBef>
              <a:spcAft>
                <a:spcPts val="0"/>
              </a:spcAft>
              <a:buSzPts val="1500"/>
              <a:buFont typeface="Outfit"/>
              <a:buNone/>
              <a:defRPr sz="1500">
                <a:latin typeface="Outfit"/>
                <a:ea typeface="Outfit"/>
                <a:cs typeface="Outfit"/>
                <a:sym typeface="Outfit"/>
              </a:defRPr>
            </a:lvl9pPr>
          </a:lstStyle>
          <a:p/>
        </p:txBody>
      </p:sp>
      <p:sp>
        <p:nvSpPr>
          <p:cNvPr id="46" name="Google Shape;46;p7"/>
          <p:cNvSpPr txBox="1"/>
          <p:nvPr>
            <p:ph idx="15" type="subTitle"/>
          </p:nvPr>
        </p:nvSpPr>
        <p:spPr>
          <a:xfrm>
            <a:off x="6242100" y="1623075"/>
            <a:ext cx="2460000" cy="1539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b="1" sz="1000">
                <a:latin typeface="Outfit"/>
                <a:ea typeface="Outfit"/>
                <a:cs typeface="Outfit"/>
                <a:sym typeface="Outfit"/>
              </a:defRPr>
            </a:lvl1pPr>
            <a:lvl2pPr lvl="1">
              <a:lnSpc>
                <a:spcPct val="115000"/>
              </a:lnSpc>
              <a:spcBef>
                <a:spcPts val="0"/>
              </a:spcBef>
              <a:spcAft>
                <a:spcPts val="0"/>
              </a:spcAft>
              <a:buSzPts val="1500"/>
              <a:buFont typeface="Outfit"/>
              <a:buNone/>
              <a:defRPr sz="1500">
                <a:latin typeface="Outfit"/>
                <a:ea typeface="Outfit"/>
                <a:cs typeface="Outfit"/>
                <a:sym typeface="Outfit"/>
              </a:defRPr>
            </a:lvl2pPr>
            <a:lvl3pPr lvl="2">
              <a:lnSpc>
                <a:spcPct val="115000"/>
              </a:lnSpc>
              <a:spcBef>
                <a:spcPts val="0"/>
              </a:spcBef>
              <a:spcAft>
                <a:spcPts val="0"/>
              </a:spcAft>
              <a:buSzPts val="1500"/>
              <a:buFont typeface="Outfit"/>
              <a:buNone/>
              <a:defRPr sz="1500">
                <a:latin typeface="Outfit"/>
                <a:ea typeface="Outfit"/>
                <a:cs typeface="Outfit"/>
                <a:sym typeface="Outfit"/>
              </a:defRPr>
            </a:lvl3pPr>
            <a:lvl4pPr lvl="3">
              <a:lnSpc>
                <a:spcPct val="115000"/>
              </a:lnSpc>
              <a:spcBef>
                <a:spcPts val="0"/>
              </a:spcBef>
              <a:spcAft>
                <a:spcPts val="0"/>
              </a:spcAft>
              <a:buSzPts val="1500"/>
              <a:buFont typeface="Outfit"/>
              <a:buNone/>
              <a:defRPr sz="1500">
                <a:latin typeface="Outfit"/>
                <a:ea typeface="Outfit"/>
                <a:cs typeface="Outfit"/>
                <a:sym typeface="Outfit"/>
              </a:defRPr>
            </a:lvl4pPr>
            <a:lvl5pPr lvl="4">
              <a:lnSpc>
                <a:spcPct val="115000"/>
              </a:lnSpc>
              <a:spcBef>
                <a:spcPts val="0"/>
              </a:spcBef>
              <a:spcAft>
                <a:spcPts val="0"/>
              </a:spcAft>
              <a:buSzPts val="1500"/>
              <a:buFont typeface="Outfit"/>
              <a:buNone/>
              <a:defRPr sz="1500">
                <a:latin typeface="Outfit"/>
                <a:ea typeface="Outfit"/>
                <a:cs typeface="Outfit"/>
                <a:sym typeface="Outfit"/>
              </a:defRPr>
            </a:lvl5pPr>
            <a:lvl6pPr lvl="5">
              <a:lnSpc>
                <a:spcPct val="115000"/>
              </a:lnSpc>
              <a:spcBef>
                <a:spcPts val="0"/>
              </a:spcBef>
              <a:spcAft>
                <a:spcPts val="0"/>
              </a:spcAft>
              <a:buSzPts val="1500"/>
              <a:buFont typeface="Outfit"/>
              <a:buNone/>
              <a:defRPr sz="1500">
                <a:latin typeface="Outfit"/>
                <a:ea typeface="Outfit"/>
                <a:cs typeface="Outfit"/>
                <a:sym typeface="Outfit"/>
              </a:defRPr>
            </a:lvl6pPr>
            <a:lvl7pPr lvl="6">
              <a:lnSpc>
                <a:spcPct val="115000"/>
              </a:lnSpc>
              <a:spcBef>
                <a:spcPts val="0"/>
              </a:spcBef>
              <a:spcAft>
                <a:spcPts val="0"/>
              </a:spcAft>
              <a:buSzPts val="1500"/>
              <a:buFont typeface="Outfit"/>
              <a:buNone/>
              <a:defRPr sz="1500">
                <a:latin typeface="Outfit"/>
                <a:ea typeface="Outfit"/>
                <a:cs typeface="Outfit"/>
                <a:sym typeface="Outfit"/>
              </a:defRPr>
            </a:lvl7pPr>
            <a:lvl8pPr lvl="7">
              <a:lnSpc>
                <a:spcPct val="115000"/>
              </a:lnSpc>
              <a:spcBef>
                <a:spcPts val="0"/>
              </a:spcBef>
              <a:spcAft>
                <a:spcPts val="0"/>
              </a:spcAft>
              <a:buSzPts val="1500"/>
              <a:buFont typeface="Outfit"/>
              <a:buNone/>
              <a:defRPr sz="1500">
                <a:latin typeface="Outfit"/>
                <a:ea typeface="Outfit"/>
                <a:cs typeface="Outfit"/>
                <a:sym typeface="Outfit"/>
              </a:defRPr>
            </a:lvl8pPr>
            <a:lvl9pPr lvl="8">
              <a:lnSpc>
                <a:spcPct val="115000"/>
              </a:lnSpc>
              <a:spcBef>
                <a:spcPts val="0"/>
              </a:spcBef>
              <a:spcAft>
                <a:spcPts val="0"/>
              </a:spcAft>
              <a:buSzPts val="1500"/>
              <a:buFont typeface="Outfit"/>
              <a:buNone/>
              <a:defRPr sz="1500">
                <a:latin typeface="Outfit"/>
                <a:ea typeface="Outfit"/>
                <a:cs typeface="Outfit"/>
                <a:sym typeface="Outfit"/>
              </a:defRPr>
            </a:lvl9pPr>
          </a:lstStyle>
          <a:p/>
        </p:txBody>
      </p:sp>
      <p:sp>
        <p:nvSpPr>
          <p:cNvPr id="47" name="Google Shape;47;p7"/>
          <p:cNvSpPr txBox="1"/>
          <p:nvPr>
            <p:ph idx="16" type="subTitle"/>
          </p:nvPr>
        </p:nvSpPr>
        <p:spPr>
          <a:xfrm>
            <a:off x="3348525" y="2740125"/>
            <a:ext cx="2460000" cy="1539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b="1" sz="1000">
                <a:latin typeface="Outfit"/>
                <a:ea typeface="Outfit"/>
                <a:cs typeface="Outfit"/>
                <a:sym typeface="Outfit"/>
              </a:defRPr>
            </a:lvl1pPr>
            <a:lvl2pPr lvl="1">
              <a:lnSpc>
                <a:spcPct val="115000"/>
              </a:lnSpc>
              <a:spcBef>
                <a:spcPts val="0"/>
              </a:spcBef>
              <a:spcAft>
                <a:spcPts val="0"/>
              </a:spcAft>
              <a:buSzPts val="1500"/>
              <a:buFont typeface="Outfit"/>
              <a:buNone/>
              <a:defRPr sz="1500">
                <a:latin typeface="Outfit"/>
                <a:ea typeface="Outfit"/>
                <a:cs typeface="Outfit"/>
                <a:sym typeface="Outfit"/>
              </a:defRPr>
            </a:lvl2pPr>
            <a:lvl3pPr lvl="2">
              <a:lnSpc>
                <a:spcPct val="115000"/>
              </a:lnSpc>
              <a:spcBef>
                <a:spcPts val="0"/>
              </a:spcBef>
              <a:spcAft>
                <a:spcPts val="0"/>
              </a:spcAft>
              <a:buSzPts val="1500"/>
              <a:buFont typeface="Outfit"/>
              <a:buNone/>
              <a:defRPr sz="1500">
                <a:latin typeface="Outfit"/>
                <a:ea typeface="Outfit"/>
                <a:cs typeface="Outfit"/>
                <a:sym typeface="Outfit"/>
              </a:defRPr>
            </a:lvl3pPr>
            <a:lvl4pPr lvl="3">
              <a:lnSpc>
                <a:spcPct val="115000"/>
              </a:lnSpc>
              <a:spcBef>
                <a:spcPts val="0"/>
              </a:spcBef>
              <a:spcAft>
                <a:spcPts val="0"/>
              </a:spcAft>
              <a:buSzPts val="1500"/>
              <a:buFont typeface="Outfit"/>
              <a:buNone/>
              <a:defRPr sz="1500">
                <a:latin typeface="Outfit"/>
                <a:ea typeface="Outfit"/>
                <a:cs typeface="Outfit"/>
                <a:sym typeface="Outfit"/>
              </a:defRPr>
            </a:lvl4pPr>
            <a:lvl5pPr lvl="4">
              <a:lnSpc>
                <a:spcPct val="115000"/>
              </a:lnSpc>
              <a:spcBef>
                <a:spcPts val="0"/>
              </a:spcBef>
              <a:spcAft>
                <a:spcPts val="0"/>
              </a:spcAft>
              <a:buSzPts val="1500"/>
              <a:buFont typeface="Outfit"/>
              <a:buNone/>
              <a:defRPr sz="1500">
                <a:latin typeface="Outfit"/>
                <a:ea typeface="Outfit"/>
                <a:cs typeface="Outfit"/>
                <a:sym typeface="Outfit"/>
              </a:defRPr>
            </a:lvl5pPr>
            <a:lvl6pPr lvl="5">
              <a:lnSpc>
                <a:spcPct val="115000"/>
              </a:lnSpc>
              <a:spcBef>
                <a:spcPts val="0"/>
              </a:spcBef>
              <a:spcAft>
                <a:spcPts val="0"/>
              </a:spcAft>
              <a:buSzPts val="1500"/>
              <a:buFont typeface="Outfit"/>
              <a:buNone/>
              <a:defRPr sz="1500">
                <a:latin typeface="Outfit"/>
                <a:ea typeface="Outfit"/>
                <a:cs typeface="Outfit"/>
                <a:sym typeface="Outfit"/>
              </a:defRPr>
            </a:lvl6pPr>
            <a:lvl7pPr lvl="6">
              <a:lnSpc>
                <a:spcPct val="115000"/>
              </a:lnSpc>
              <a:spcBef>
                <a:spcPts val="0"/>
              </a:spcBef>
              <a:spcAft>
                <a:spcPts val="0"/>
              </a:spcAft>
              <a:buSzPts val="1500"/>
              <a:buFont typeface="Outfit"/>
              <a:buNone/>
              <a:defRPr sz="1500">
                <a:latin typeface="Outfit"/>
                <a:ea typeface="Outfit"/>
                <a:cs typeface="Outfit"/>
                <a:sym typeface="Outfit"/>
              </a:defRPr>
            </a:lvl7pPr>
            <a:lvl8pPr lvl="7">
              <a:lnSpc>
                <a:spcPct val="115000"/>
              </a:lnSpc>
              <a:spcBef>
                <a:spcPts val="0"/>
              </a:spcBef>
              <a:spcAft>
                <a:spcPts val="0"/>
              </a:spcAft>
              <a:buSzPts val="1500"/>
              <a:buFont typeface="Outfit"/>
              <a:buNone/>
              <a:defRPr sz="1500">
                <a:latin typeface="Outfit"/>
                <a:ea typeface="Outfit"/>
                <a:cs typeface="Outfit"/>
                <a:sym typeface="Outfit"/>
              </a:defRPr>
            </a:lvl8pPr>
            <a:lvl9pPr lvl="8">
              <a:lnSpc>
                <a:spcPct val="115000"/>
              </a:lnSpc>
              <a:spcBef>
                <a:spcPts val="0"/>
              </a:spcBef>
              <a:spcAft>
                <a:spcPts val="0"/>
              </a:spcAft>
              <a:buSzPts val="1500"/>
              <a:buFont typeface="Outfit"/>
              <a:buNone/>
              <a:defRPr sz="1500">
                <a:latin typeface="Outfit"/>
                <a:ea typeface="Outfit"/>
                <a:cs typeface="Outfit"/>
                <a:sym typeface="Outfit"/>
              </a:defRPr>
            </a:lvl9pPr>
          </a:lstStyle>
          <a:p/>
        </p:txBody>
      </p:sp>
      <p:sp>
        <p:nvSpPr>
          <p:cNvPr id="48" name="Google Shape;48;p7"/>
          <p:cNvSpPr txBox="1"/>
          <p:nvPr>
            <p:ph idx="17" type="subTitle"/>
          </p:nvPr>
        </p:nvSpPr>
        <p:spPr>
          <a:xfrm>
            <a:off x="6242100" y="2740125"/>
            <a:ext cx="2460000" cy="1539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b="1" sz="1000">
                <a:latin typeface="Outfit"/>
                <a:ea typeface="Outfit"/>
                <a:cs typeface="Outfit"/>
                <a:sym typeface="Outfit"/>
              </a:defRPr>
            </a:lvl1pPr>
            <a:lvl2pPr lvl="1">
              <a:lnSpc>
                <a:spcPct val="115000"/>
              </a:lnSpc>
              <a:spcBef>
                <a:spcPts val="0"/>
              </a:spcBef>
              <a:spcAft>
                <a:spcPts val="0"/>
              </a:spcAft>
              <a:buSzPts val="1500"/>
              <a:buFont typeface="Outfit"/>
              <a:buNone/>
              <a:defRPr sz="1500">
                <a:latin typeface="Outfit"/>
                <a:ea typeface="Outfit"/>
                <a:cs typeface="Outfit"/>
                <a:sym typeface="Outfit"/>
              </a:defRPr>
            </a:lvl2pPr>
            <a:lvl3pPr lvl="2">
              <a:lnSpc>
                <a:spcPct val="115000"/>
              </a:lnSpc>
              <a:spcBef>
                <a:spcPts val="0"/>
              </a:spcBef>
              <a:spcAft>
                <a:spcPts val="0"/>
              </a:spcAft>
              <a:buSzPts val="1500"/>
              <a:buFont typeface="Outfit"/>
              <a:buNone/>
              <a:defRPr sz="1500">
                <a:latin typeface="Outfit"/>
                <a:ea typeface="Outfit"/>
                <a:cs typeface="Outfit"/>
                <a:sym typeface="Outfit"/>
              </a:defRPr>
            </a:lvl3pPr>
            <a:lvl4pPr lvl="3">
              <a:lnSpc>
                <a:spcPct val="115000"/>
              </a:lnSpc>
              <a:spcBef>
                <a:spcPts val="0"/>
              </a:spcBef>
              <a:spcAft>
                <a:spcPts val="0"/>
              </a:spcAft>
              <a:buSzPts val="1500"/>
              <a:buFont typeface="Outfit"/>
              <a:buNone/>
              <a:defRPr sz="1500">
                <a:latin typeface="Outfit"/>
                <a:ea typeface="Outfit"/>
                <a:cs typeface="Outfit"/>
                <a:sym typeface="Outfit"/>
              </a:defRPr>
            </a:lvl4pPr>
            <a:lvl5pPr lvl="4">
              <a:lnSpc>
                <a:spcPct val="115000"/>
              </a:lnSpc>
              <a:spcBef>
                <a:spcPts val="0"/>
              </a:spcBef>
              <a:spcAft>
                <a:spcPts val="0"/>
              </a:spcAft>
              <a:buSzPts val="1500"/>
              <a:buFont typeface="Outfit"/>
              <a:buNone/>
              <a:defRPr sz="1500">
                <a:latin typeface="Outfit"/>
                <a:ea typeface="Outfit"/>
                <a:cs typeface="Outfit"/>
                <a:sym typeface="Outfit"/>
              </a:defRPr>
            </a:lvl5pPr>
            <a:lvl6pPr lvl="5">
              <a:lnSpc>
                <a:spcPct val="115000"/>
              </a:lnSpc>
              <a:spcBef>
                <a:spcPts val="0"/>
              </a:spcBef>
              <a:spcAft>
                <a:spcPts val="0"/>
              </a:spcAft>
              <a:buSzPts val="1500"/>
              <a:buFont typeface="Outfit"/>
              <a:buNone/>
              <a:defRPr sz="1500">
                <a:latin typeface="Outfit"/>
                <a:ea typeface="Outfit"/>
                <a:cs typeface="Outfit"/>
                <a:sym typeface="Outfit"/>
              </a:defRPr>
            </a:lvl6pPr>
            <a:lvl7pPr lvl="6">
              <a:lnSpc>
                <a:spcPct val="115000"/>
              </a:lnSpc>
              <a:spcBef>
                <a:spcPts val="0"/>
              </a:spcBef>
              <a:spcAft>
                <a:spcPts val="0"/>
              </a:spcAft>
              <a:buSzPts val="1500"/>
              <a:buFont typeface="Outfit"/>
              <a:buNone/>
              <a:defRPr sz="1500">
                <a:latin typeface="Outfit"/>
                <a:ea typeface="Outfit"/>
                <a:cs typeface="Outfit"/>
                <a:sym typeface="Outfit"/>
              </a:defRPr>
            </a:lvl7pPr>
            <a:lvl8pPr lvl="7">
              <a:lnSpc>
                <a:spcPct val="115000"/>
              </a:lnSpc>
              <a:spcBef>
                <a:spcPts val="0"/>
              </a:spcBef>
              <a:spcAft>
                <a:spcPts val="0"/>
              </a:spcAft>
              <a:buSzPts val="1500"/>
              <a:buFont typeface="Outfit"/>
              <a:buNone/>
              <a:defRPr sz="1500">
                <a:latin typeface="Outfit"/>
                <a:ea typeface="Outfit"/>
                <a:cs typeface="Outfit"/>
                <a:sym typeface="Outfit"/>
              </a:defRPr>
            </a:lvl8pPr>
            <a:lvl9pPr lvl="8">
              <a:lnSpc>
                <a:spcPct val="115000"/>
              </a:lnSpc>
              <a:spcBef>
                <a:spcPts val="0"/>
              </a:spcBef>
              <a:spcAft>
                <a:spcPts val="0"/>
              </a:spcAft>
              <a:buSzPts val="1500"/>
              <a:buFont typeface="Outfit"/>
              <a:buNone/>
              <a:defRPr sz="1500">
                <a:latin typeface="Outfit"/>
                <a:ea typeface="Outfit"/>
                <a:cs typeface="Outfit"/>
                <a:sym typeface="Outfit"/>
              </a:defRPr>
            </a:lvl9pPr>
          </a:lstStyle>
          <a:p/>
        </p:txBody>
      </p:sp>
      <p:sp>
        <p:nvSpPr>
          <p:cNvPr id="49" name="Google Shape;49;p7"/>
          <p:cNvSpPr txBox="1"/>
          <p:nvPr>
            <p:ph idx="18" type="subTitle"/>
          </p:nvPr>
        </p:nvSpPr>
        <p:spPr>
          <a:xfrm>
            <a:off x="3348525" y="3857175"/>
            <a:ext cx="2460000" cy="1539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b="1" sz="1000">
                <a:latin typeface="Outfit"/>
                <a:ea typeface="Outfit"/>
                <a:cs typeface="Outfit"/>
                <a:sym typeface="Outfit"/>
              </a:defRPr>
            </a:lvl1pPr>
            <a:lvl2pPr lvl="1">
              <a:lnSpc>
                <a:spcPct val="115000"/>
              </a:lnSpc>
              <a:spcBef>
                <a:spcPts val="0"/>
              </a:spcBef>
              <a:spcAft>
                <a:spcPts val="0"/>
              </a:spcAft>
              <a:buSzPts val="1500"/>
              <a:buFont typeface="Outfit"/>
              <a:buNone/>
              <a:defRPr sz="1500">
                <a:latin typeface="Outfit"/>
                <a:ea typeface="Outfit"/>
                <a:cs typeface="Outfit"/>
                <a:sym typeface="Outfit"/>
              </a:defRPr>
            </a:lvl2pPr>
            <a:lvl3pPr lvl="2">
              <a:lnSpc>
                <a:spcPct val="115000"/>
              </a:lnSpc>
              <a:spcBef>
                <a:spcPts val="0"/>
              </a:spcBef>
              <a:spcAft>
                <a:spcPts val="0"/>
              </a:spcAft>
              <a:buSzPts val="1500"/>
              <a:buFont typeface="Outfit"/>
              <a:buNone/>
              <a:defRPr sz="1500">
                <a:latin typeface="Outfit"/>
                <a:ea typeface="Outfit"/>
                <a:cs typeface="Outfit"/>
                <a:sym typeface="Outfit"/>
              </a:defRPr>
            </a:lvl3pPr>
            <a:lvl4pPr lvl="3">
              <a:lnSpc>
                <a:spcPct val="115000"/>
              </a:lnSpc>
              <a:spcBef>
                <a:spcPts val="0"/>
              </a:spcBef>
              <a:spcAft>
                <a:spcPts val="0"/>
              </a:spcAft>
              <a:buSzPts val="1500"/>
              <a:buFont typeface="Outfit"/>
              <a:buNone/>
              <a:defRPr sz="1500">
                <a:latin typeface="Outfit"/>
                <a:ea typeface="Outfit"/>
                <a:cs typeface="Outfit"/>
                <a:sym typeface="Outfit"/>
              </a:defRPr>
            </a:lvl4pPr>
            <a:lvl5pPr lvl="4">
              <a:lnSpc>
                <a:spcPct val="115000"/>
              </a:lnSpc>
              <a:spcBef>
                <a:spcPts val="0"/>
              </a:spcBef>
              <a:spcAft>
                <a:spcPts val="0"/>
              </a:spcAft>
              <a:buSzPts val="1500"/>
              <a:buFont typeface="Outfit"/>
              <a:buNone/>
              <a:defRPr sz="1500">
                <a:latin typeface="Outfit"/>
                <a:ea typeface="Outfit"/>
                <a:cs typeface="Outfit"/>
                <a:sym typeface="Outfit"/>
              </a:defRPr>
            </a:lvl5pPr>
            <a:lvl6pPr lvl="5">
              <a:lnSpc>
                <a:spcPct val="115000"/>
              </a:lnSpc>
              <a:spcBef>
                <a:spcPts val="0"/>
              </a:spcBef>
              <a:spcAft>
                <a:spcPts val="0"/>
              </a:spcAft>
              <a:buSzPts val="1500"/>
              <a:buFont typeface="Outfit"/>
              <a:buNone/>
              <a:defRPr sz="1500">
                <a:latin typeface="Outfit"/>
                <a:ea typeface="Outfit"/>
                <a:cs typeface="Outfit"/>
                <a:sym typeface="Outfit"/>
              </a:defRPr>
            </a:lvl6pPr>
            <a:lvl7pPr lvl="6">
              <a:lnSpc>
                <a:spcPct val="115000"/>
              </a:lnSpc>
              <a:spcBef>
                <a:spcPts val="0"/>
              </a:spcBef>
              <a:spcAft>
                <a:spcPts val="0"/>
              </a:spcAft>
              <a:buSzPts val="1500"/>
              <a:buFont typeface="Outfit"/>
              <a:buNone/>
              <a:defRPr sz="1500">
                <a:latin typeface="Outfit"/>
                <a:ea typeface="Outfit"/>
                <a:cs typeface="Outfit"/>
                <a:sym typeface="Outfit"/>
              </a:defRPr>
            </a:lvl7pPr>
            <a:lvl8pPr lvl="7">
              <a:lnSpc>
                <a:spcPct val="115000"/>
              </a:lnSpc>
              <a:spcBef>
                <a:spcPts val="0"/>
              </a:spcBef>
              <a:spcAft>
                <a:spcPts val="0"/>
              </a:spcAft>
              <a:buSzPts val="1500"/>
              <a:buFont typeface="Outfit"/>
              <a:buNone/>
              <a:defRPr sz="1500">
                <a:latin typeface="Outfit"/>
                <a:ea typeface="Outfit"/>
                <a:cs typeface="Outfit"/>
                <a:sym typeface="Outfit"/>
              </a:defRPr>
            </a:lvl8pPr>
            <a:lvl9pPr lvl="8">
              <a:lnSpc>
                <a:spcPct val="115000"/>
              </a:lnSpc>
              <a:spcBef>
                <a:spcPts val="0"/>
              </a:spcBef>
              <a:spcAft>
                <a:spcPts val="0"/>
              </a:spcAft>
              <a:buSzPts val="1500"/>
              <a:buFont typeface="Outfit"/>
              <a:buNone/>
              <a:defRPr sz="1500">
                <a:latin typeface="Outfit"/>
                <a:ea typeface="Outfit"/>
                <a:cs typeface="Outfit"/>
                <a:sym typeface="Outfit"/>
              </a:defRPr>
            </a:lvl9pPr>
          </a:lstStyle>
          <a:p/>
        </p:txBody>
      </p:sp>
      <p:sp>
        <p:nvSpPr>
          <p:cNvPr id="50" name="Google Shape;50;p7"/>
          <p:cNvSpPr txBox="1"/>
          <p:nvPr>
            <p:ph idx="19" type="subTitle"/>
          </p:nvPr>
        </p:nvSpPr>
        <p:spPr>
          <a:xfrm>
            <a:off x="6242100" y="3857175"/>
            <a:ext cx="2460000" cy="1539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b="1" sz="1000">
                <a:latin typeface="Outfit"/>
                <a:ea typeface="Outfit"/>
                <a:cs typeface="Outfit"/>
                <a:sym typeface="Outfit"/>
              </a:defRPr>
            </a:lvl1pPr>
            <a:lvl2pPr lvl="1">
              <a:lnSpc>
                <a:spcPct val="115000"/>
              </a:lnSpc>
              <a:spcBef>
                <a:spcPts val="0"/>
              </a:spcBef>
              <a:spcAft>
                <a:spcPts val="0"/>
              </a:spcAft>
              <a:buSzPts val="1500"/>
              <a:buFont typeface="Outfit"/>
              <a:buNone/>
              <a:defRPr sz="1500">
                <a:latin typeface="Outfit"/>
                <a:ea typeface="Outfit"/>
                <a:cs typeface="Outfit"/>
                <a:sym typeface="Outfit"/>
              </a:defRPr>
            </a:lvl2pPr>
            <a:lvl3pPr lvl="2">
              <a:lnSpc>
                <a:spcPct val="115000"/>
              </a:lnSpc>
              <a:spcBef>
                <a:spcPts val="0"/>
              </a:spcBef>
              <a:spcAft>
                <a:spcPts val="0"/>
              </a:spcAft>
              <a:buSzPts val="1500"/>
              <a:buFont typeface="Outfit"/>
              <a:buNone/>
              <a:defRPr sz="1500">
                <a:latin typeface="Outfit"/>
                <a:ea typeface="Outfit"/>
                <a:cs typeface="Outfit"/>
                <a:sym typeface="Outfit"/>
              </a:defRPr>
            </a:lvl3pPr>
            <a:lvl4pPr lvl="3">
              <a:lnSpc>
                <a:spcPct val="115000"/>
              </a:lnSpc>
              <a:spcBef>
                <a:spcPts val="0"/>
              </a:spcBef>
              <a:spcAft>
                <a:spcPts val="0"/>
              </a:spcAft>
              <a:buSzPts val="1500"/>
              <a:buFont typeface="Outfit"/>
              <a:buNone/>
              <a:defRPr sz="1500">
                <a:latin typeface="Outfit"/>
                <a:ea typeface="Outfit"/>
                <a:cs typeface="Outfit"/>
                <a:sym typeface="Outfit"/>
              </a:defRPr>
            </a:lvl4pPr>
            <a:lvl5pPr lvl="4">
              <a:lnSpc>
                <a:spcPct val="115000"/>
              </a:lnSpc>
              <a:spcBef>
                <a:spcPts val="0"/>
              </a:spcBef>
              <a:spcAft>
                <a:spcPts val="0"/>
              </a:spcAft>
              <a:buSzPts val="1500"/>
              <a:buFont typeface="Outfit"/>
              <a:buNone/>
              <a:defRPr sz="1500">
                <a:latin typeface="Outfit"/>
                <a:ea typeface="Outfit"/>
                <a:cs typeface="Outfit"/>
                <a:sym typeface="Outfit"/>
              </a:defRPr>
            </a:lvl5pPr>
            <a:lvl6pPr lvl="5">
              <a:lnSpc>
                <a:spcPct val="115000"/>
              </a:lnSpc>
              <a:spcBef>
                <a:spcPts val="0"/>
              </a:spcBef>
              <a:spcAft>
                <a:spcPts val="0"/>
              </a:spcAft>
              <a:buSzPts val="1500"/>
              <a:buFont typeface="Outfit"/>
              <a:buNone/>
              <a:defRPr sz="1500">
                <a:latin typeface="Outfit"/>
                <a:ea typeface="Outfit"/>
                <a:cs typeface="Outfit"/>
                <a:sym typeface="Outfit"/>
              </a:defRPr>
            </a:lvl6pPr>
            <a:lvl7pPr lvl="6">
              <a:lnSpc>
                <a:spcPct val="115000"/>
              </a:lnSpc>
              <a:spcBef>
                <a:spcPts val="0"/>
              </a:spcBef>
              <a:spcAft>
                <a:spcPts val="0"/>
              </a:spcAft>
              <a:buSzPts val="1500"/>
              <a:buFont typeface="Outfit"/>
              <a:buNone/>
              <a:defRPr sz="1500">
                <a:latin typeface="Outfit"/>
                <a:ea typeface="Outfit"/>
                <a:cs typeface="Outfit"/>
                <a:sym typeface="Outfit"/>
              </a:defRPr>
            </a:lvl7pPr>
            <a:lvl8pPr lvl="7">
              <a:lnSpc>
                <a:spcPct val="115000"/>
              </a:lnSpc>
              <a:spcBef>
                <a:spcPts val="0"/>
              </a:spcBef>
              <a:spcAft>
                <a:spcPts val="0"/>
              </a:spcAft>
              <a:buSzPts val="1500"/>
              <a:buFont typeface="Outfit"/>
              <a:buNone/>
              <a:defRPr sz="1500">
                <a:latin typeface="Outfit"/>
                <a:ea typeface="Outfit"/>
                <a:cs typeface="Outfit"/>
                <a:sym typeface="Outfit"/>
              </a:defRPr>
            </a:lvl8pPr>
            <a:lvl9pPr lvl="8">
              <a:lnSpc>
                <a:spcPct val="115000"/>
              </a:lnSpc>
              <a:spcBef>
                <a:spcPts val="0"/>
              </a:spcBef>
              <a:spcAft>
                <a:spcPts val="0"/>
              </a:spcAft>
              <a:buSzPts val="1500"/>
              <a:buFont typeface="Outfit"/>
              <a:buNone/>
              <a:defRPr sz="1500">
                <a:latin typeface="Outfit"/>
                <a:ea typeface="Outfit"/>
                <a:cs typeface="Outfit"/>
                <a:sym typeface="Outfit"/>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5">
  <p:cSld name="BLANK_1_1_1_1_1_1_1_1_1_1_1_2_1_1">
    <p:bg>
      <p:bgPr>
        <a:solidFill>
          <a:schemeClr val="lt2"/>
        </a:solidFill>
      </p:bgPr>
    </p:bg>
    <p:spTree>
      <p:nvGrpSpPr>
        <p:cNvPr id="51" name="Shape 51"/>
        <p:cNvGrpSpPr/>
        <p:nvPr/>
      </p:nvGrpSpPr>
      <p:grpSpPr>
        <a:xfrm>
          <a:off x="0" y="0"/>
          <a:ext cx="0" cy="0"/>
          <a:chOff x="0" y="0"/>
          <a:chExt cx="0" cy="0"/>
        </a:xfrm>
      </p:grpSpPr>
      <p:sp>
        <p:nvSpPr>
          <p:cNvPr id="52" name="Google Shape;52;p8"/>
          <p:cNvSpPr/>
          <p:nvPr>
            <p:ph idx="2" type="pic"/>
          </p:nvPr>
        </p:nvSpPr>
        <p:spPr>
          <a:xfrm>
            <a:off x="284650" y="2623125"/>
            <a:ext cx="723300" cy="1011600"/>
          </a:xfrm>
          <a:prstGeom prst="roundRect">
            <a:avLst>
              <a:gd fmla="val 16667" name="adj"/>
            </a:avLst>
          </a:prstGeom>
          <a:noFill/>
          <a:ln>
            <a:noFill/>
          </a:ln>
        </p:spPr>
      </p:sp>
      <p:sp>
        <p:nvSpPr>
          <p:cNvPr id="53" name="Google Shape;53;p8"/>
          <p:cNvSpPr txBox="1"/>
          <p:nvPr>
            <p:ph type="title"/>
          </p:nvPr>
        </p:nvSpPr>
        <p:spPr>
          <a:xfrm>
            <a:off x="284775" y="282900"/>
            <a:ext cx="7851300" cy="620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54" name="Google Shape;54;p8"/>
          <p:cNvSpPr txBox="1"/>
          <p:nvPr>
            <p:ph idx="1" type="subTitle"/>
          </p:nvPr>
        </p:nvSpPr>
        <p:spPr>
          <a:xfrm>
            <a:off x="1009725" y="4145850"/>
            <a:ext cx="2064000" cy="605100"/>
          </a:xfrm>
          <a:prstGeom prst="rect">
            <a:avLst/>
          </a:prstGeom>
        </p:spPr>
        <p:txBody>
          <a:bodyPr anchorCtr="0" anchor="b" bIns="137150" lIns="137150" spcFirstLastPara="1" rIns="182875" wrap="square" tIns="0">
            <a:noAutofit/>
          </a:bodyPr>
          <a:lstStyle>
            <a:lvl1pPr lvl="0">
              <a:lnSpc>
                <a:spcPct val="90000"/>
              </a:lnSpc>
              <a:spcBef>
                <a:spcPts val="0"/>
              </a:spcBef>
              <a:spcAft>
                <a:spcPts val="0"/>
              </a:spcAft>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55" name="Google Shape;55;p8"/>
          <p:cNvSpPr/>
          <p:nvPr>
            <p:ph idx="3" type="pic"/>
          </p:nvPr>
        </p:nvSpPr>
        <p:spPr>
          <a:xfrm>
            <a:off x="284650" y="3739875"/>
            <a:ext cx="723300" cy="1011600"/>
          </a:xfrm>
          <a:prstGeom prst="roundRect">
            <a:avLst>
              <a:gd fmla="val 16667" name="adj"/>
            </a:avLst>
          </a:prstGeom>
          <a:noFill/>
          <a:ln>
            <a:noFill/>
          </a:ln>
        </p:spPr>
      </p:sp>
      <p:sp>
        <p:nvSpPr>
          <p:cNvPr id="56" name="Google Shape;56;p8"/>
          <p:cNvSpPr/>
          <p:nvPr>
            <p:ph idx="4" type="pic"/>
          </p:nvPr>
        </p:nvSpPr>
        <p:spPr>
          <a:xfrm>
            <a:off x="3178288" y="2623125"/>
            <a:ext cx="723300" cy="1011600"/>
          </a:xfrm>
          <a:prstGeom prst="roundRect">
            <a:avLst>
              <a:gd fmla="val 16667" name="adj"/>
            </a:avLst>
          </a:prstGeom>
          <a:noFill/>
          <a:ln>
            <a:noFill/>
          </a:ln>
        </p:spPr>
      </p:sp>
      <p:sp>
        <p:nvSpPr>
          <p:cNvPr id="57" name="Google Shape;57;p8"/>
          <p:cNvSpPr/>
          <p:nvPr>
            <p:ph idx="5" type="pic"/>
          </p:nvPr>
        </p:nvSpPr>
        <p:spPr>
          <a:xfrm>
            <a:off x="3178288" y="3739875"/>
            <a:ext cx="723300" cy="1011600"/>
          </a:xfrm>
          <a:prstGeom prst="roundRect">
            <a:avLst>
              <a:gd fmla="val 16667" name="adj"/>
            </a:avLst>
          </a:prstGeom>
          <a:noFill/>
          <a:ln>
            <a:noFill/>
          </a:ln>
        </p:spPr>
      </p:sp>
      <p:sp>
        <p:nvSpPr>
          <p:cNvPr id="58" name="Google Shape;58;p8"/>
          <p:cNvSpPr/>
          <p:nvPr>
            <p:ph idx="6" type="pic"/>
          </p:nvPr>
        </p:nvSpPr>
        <p:spPr>
          <a:xfrm>
            <a:off x="6071925" y="2623125"/>
            <a:ext cx="723300" cy="1011600"/>
          </a:xfrm>
          <a:prstGeom prst="roundRect">
            <a:avLst>
              <a:gd fmla="val 16667" name="adj"/>
            </a:avLst>
          </a:prstGeom>
          <a:noFill/>
          <a:ln>
            <a:noFill/>
          </a:ln>
        </p:spPr>
      </p:sp>
      <p:sp>
        <p:nvSpPr>
          <p:cNvPr id="59" name="Google Shape;59;p8"/>
          <p:cNvSpPr/>
          <p:nvPr>
            <p:ph idx="7" type="pic"/>
          </p:nvPr>
        </p:nvSpPr>
        <p:spPr>
          <a:xfrm>
            <a:off x="6071925" y="3739875"/>
            <a:ext cx="723300" cy="1011600"/>
          </a:xfrm>
          <a:prstGeom prst="roundRect">
            <a:avLst>
              <a:gd fmla="val 16667" name="adj"/>
            </a:avLst>
          </a:prstGeom>
          <a:noFill/>
          <a:ln>
            <a:noFill/>
          </a:ln>
        </p:spPr>
      </p:sp>
      <p:sp>
        <p:nvSpPr>
          <p:cNvPr id="60" name="Google Shape;60;p8"/>
          <p:cNvSpPr txBox="1"/>
          <p:nvPr>
            <p:ph idx="8" type="subTitle"/>
          </p:nvPr>
        </p:nvSpPr>
        <p:spPr>
          <a:xfrm>
            <a:off x="3902538" y="4145850"/>
            <a:ext cx="2064000" cy="605100"/>
          </a:xfrm>
          <a:prstGeom prst="rect">
            <a:avLst/>
          </a:prstGeom>
        </p:spPr>
        <p:txBody>
          <a:bodyPr anchorCtr="0" anchor="b" bIns="137150" lIns="137150" spcFirstLastPara="1" rIns="182875" wrap="square" tIns="0">
            <a:noAutofit/>
          </a:bodyPr>
          <a:lstStyle>
            <a:lvl1pPr lvl="0">
              <a:lnSpc>
                <a:spcPct val="90000"/>
              </a:lnSpc>
              <a:spcBef>
                <a:spcPts val="0"/>
              </a:spcBef>
              <a:spcAft>
                <a:spcPts val="0"/>
              </a:spcAft>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61" name="Google Shape;61;p8"/>
          <p:cNvSpPr txBox="1"/>
          <p:nvPr>
            <p:ph idx="9" type="subTitle"/>
          </p:nvPr>
        </p:nvSpPr>
        <p:spPr>
          <a:xfrm>
            <a:off x="6795350" y="4145850"/>
            <a:ext cx="2064000" cy="605100"/>
          </a:xfrm>
          <a:prstGeom prst="rect">
            <a:avLst/>
          </a:prstGeom>
        </p:spPr>
        <p:txBody>
          <a:bodyPr anchorCtr="0" anchor="b" bIns="137150" lIns="137150" spcFirstLastPara="1" rIns="182875" wrap="square" tIns="0">
            <a:noAutofit/>
          </a:bodyPr>
          <a:lstStyle>
            <a:lvl1pPr lvl="0">
              <a:lnSpc>
                <a:spcPct val="90000"/>
              </a:lnSpc>
              <a:spcBef>
                <a:spcPts val="0"/>
              </a:spcBef>
              <a:spcAft>
                <a:spcPts val="0"/>
              </a:spcAft>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62" name="Google Shape;62;p8"/>
          <p:cNvSpPr txBox="1"/>
          <p:nvPr>
            <p:ph idx="13" type="subTitle"/>
          </p:nvPr>
        </p:nvSpPr>
        <p:spPr>
          <a:xfrm>
            <a:off x="1009725" y="3028725"/>
            <a:ext cx="2064000" cy="605100"/>
          </a:xfrm>
          <a:prstGeom prst="rect">
            <a:avLst/>
          </a:prstGeom>
        </p:spPr>
        <p:txBody>
          <a:bodyPr anchorCtr="0" anchor="b" bIns="137150" lIns="137150" spcFirstLastPara="1" rIns="182875" wrap="square" tIns="0">
            <a:noAutofit/>
          </a:bodyPr>
          <a:lstStyle>
            <a:lvl1pPr lvl="0">
              <a:lnSpc>
                <a:spcPct val="90000"/>
              </a:lnSpc>
              <a:spcBef>
                <a:spcPts val="0"/>
              </a:spcBef>
              <a:spcAft>
                <a:spcPts val="0"/>
              </a:spcAft>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63" name="Google Shape;63;p8"/>
          <p:cNvSpPr txBox="1"/>
          <p:nvPr>
            <p:ph idx="14" type="subTitle"/>
          </p:nvPr>
        </p:nvSpPr>
        <p:spPr>
          <a:xfrm>
            <a:off x="3902538" y="3028725"/>
            <a:ext cx="2064000" cy="605100"/>
          </a:xfrm>
          <a:prstGeom prst="rect">
            <a:avLst/>
          </a:prstGeom>
        </p:spPr>
        <p:txBody>
          <a:bodyPr anchorCtr="0" anchor="b" bIns="137150" lIns="137150" spcFirstLastPara="1" rIns="182875" wrap="square" tIns="0">
            <a:noAutofit/>
          </a:bodyPr>
          <a:lstStyle>
            <a:lvl1pPr lvl="0">
              <a:lnSpc>
                <a:spcPct val="90000"/>
              </a:lnSpc>
              <a:spcBef>
                <a:spcPts val="0"/>
              </a:spcBef>
              <a:spcAft>
                <a:spcPts val="0"/>
              </a:spcAft>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64" name="Google Shape;64;p8"/>
          <p:cNvSpPr txBox="1"/>
          <p:nvPr>
            <p:ph idx="15" type="subTitle"/>
          </p:nvPr>
        </p:nvSpPr>
        <p:spPr>
          <a:xfrm>
            <a:off x="6795350" y="3028725"/>
            <a:ext cx="2064000" cy="605100"/>
          </a:xfrm>
          <a:prstGeom prst="rect">
            <a:avLst/>
          </a:prstGeom>
        </p:spPr>
        <p:txBody>
          <a:bodyPr anchorCtr="0" anchor="b" bIns="137150" lIns="137150" spcFirstLastPara="1" rIns="182875" wrap="square" tIns="0">
            <a:noAutofit/>
          </a:bodyPr>
          <a:lstStyle>
            <a:lvl1pPr lvl="0">
              <a:lnSpc>
                <a:spcPct val="90000"/>
              </a:lnSpc>
              <a:spcBef>
                <a:spcPts val="0"/>
              </a:spcBef>
              <a:spcAft>
                <a:spcPts val="0"/>
              </a:spcAft>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cards">
  <p:cSld name="CUSTOM_5">
    <p:spTree>
      <p:nvGrpSpPr>
        <p:cNvPr id="65" name="Shape 65"/>
        <p:cNvGrpSpPr/>
        <p:nvPr/>
      </p:nvGrpSpPr>
      <p:grpSpPr>
        <a:xfrm>
          <a:off x="0" y="0"/>
          <a:ext cx="0" cy="0"/>
          <a:chOff x="0" y="0"/>
          <a:chExt cx="0" cy="0"/>
        </a:xfrm>
      </p:grpSpPr>
      <p:sp>
        <p:nvSpPr>
          <p:cNvPr id="66" name="Google Shape;66;p9"/>
          <p:cNvSpPr txBox="1"/>
          <p:nvPr>
            <p:ph type="title"/>
          </p:nvPr>
        </p:nvSpPr>
        <p:spPr>
          <a:xfrm>
            <a:off x="284775" y="282900"/>
            <a:ext cx="8582400" cy="11169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67" name="Google Shape;67;p9"/>
          <p:cNvSpPr txBox="1"/>
          <p:nvPr>
            <p:ph idx="1" type="subTitle"/>
          </p:nvPr>
        </p:nvSpPr>
        <p:spPr>
          <a:xfrm>
            <a:off x="1802675" y="2040250"/>
            <a:ext cx="1468500" cy="333300"/>
          </a:xfrm>
          <a:prstGeom prst="rect">
            <a:avLst/>
          </a:prstGeom>
        </p:spPr>
        <p:txBody>
          <a:bodyPr anchorCtr="0" anchor="t" bIns="0" lIns="0" spcFirstLastPara="1" rIns="0" wrap="square" tIns="0">
            <a:noAutofit/>
          </a:bodyPr>
          <a:lstStyle>
            <a:lvl1pPr lvl="0">
              <a:spcBef>
                <a:spcPts val="0"/>
              </a:spcBef>
              <a:spcAft>
                <a:spcPts val="0"/>
              </a:spcAft>
              <a:buNone/>
              <a:defRPr sz="1400">
                <a:solidFill>
                  <a:schemeClr val="lt2"/>
                </a:solidFill>
                <a:latin typeface="Instrument Sans Medium"/>
                <a:ea typeface="Instrument Sans Medium"/>
                <a:cs typeface="Instrument Sans Medium"/>
                <a:sym typeface="Instrument Sans Medium"/>
              </a:defRPr>
            </a:lvl1pPr>
            <a:lvl2pPr lvl="1">
              <a:spcBef>
                <a:spcPts val="0"/>
              </a:spcBef>
              <a:spcAft>
                <a:spcPts val="0"/>
              </a:spcAft>
              <a:buSzPts val="600"/>
              <a:buNone/>
              <a:defRPr sz="600"/>
            </a:lvl2pPr>
            <a:lvl3pPr lvl="2">
              <a:spcBef>
                <a:spcPts val="0"/>
              </a:spcBef>
              <a:spcAft>
                <a:spcPts val="0"/>
              </a:spcAft>
              <a:buSzPts val="600"/>
              <a:buNone/>
              <a:defRPr sz="600"/>
            </a:lvl3pPr>
            <a:lvl4pPr lvl="3">
              <a:spcBef>
                <a:spcPts val="0"/>
              </a:spcBef>
              <a:spcAft>
                <a:spcPts val="0"/>
              </a:spcAft>
              <a:buSzPts val="600"/>
              <a:buNone/>
              <a:defRPr sz="600"/>
            </a:lvl4pPr>
            <a:lvl5pPr lvl="4">
              <a:spcBef>
                <a:spcPts val="0"/>
              </a:spcBef>
              <a:spcAft>
                <a:spcPts val="0"/>
              </a:spcAft>
              <a:buSzPts val="600"/>
              <a:buNone/>
              <a:defRPr sz="600"/>
            </a:lvl5pPr>
            <a:lvl6pPr lvl="5">
              <a:spcBef>
                <a:spcPts val="0"/>
              </a:spcBef>
              <a:spcAft>
                <a:spcPts val="0"/>
              </a:spcAft>
              <a:buSzPts val="600"/>
              <a:buNone/>
              <a:defRPr sz="600"/>
            </a:lvl6pPr>
            <a:lvl7pPr lvl="6">
              <a:spcBef>
                <a:spcPts val="0"/>
              </a:spcBef>
              <a:spcAft>
                <a:spcPts val="0"/>
              </a:spcAft>
              <a:buSzPts val="600"/>
              <a:buNone/>
              <a:defRPr sz="600"/>
            </a:lvl7pPr>
            <a:lvl8pPr lvl="7">
              <a:spcBef>
                <a:spcPts val="0"/>
              </a:spcBef>
              <a:spcAft>
                <a:spcPts val="0"/>
              </a:spcAft>
              <a:buSzPts val="600"/>
              <a:buNone/>
              <a:defRPr sz="600"/>
            </a:lvl8pPr>
            <a:lvl9pPr lvl="8">
              <a:spcBef>
                <a:spcPts val="0"/>
              </a:spcBef>
              <a:spcAft>
                <a:spcPts val="0"/>
              </a:spcAft>
              <a:buSzPts val="600"/>
              <a:buNone/>
              <a:defRPr sz="600"/>
            </a:lvl9pPr>
          </a:lstStyle>
          <a:p/>
        </p:txBody>
      </p:sp>
      <p:sp>
        <p:nvSpPr>
          <p:cNvPr id="68" name="Google Shape;68;p9"/>
          <p:cNvSpPr txBox="1"/>
          <p:nvPr>
            <p:ph idx="2" type="subTitle"/>
          </p:nvPr>
        </p:nvSpPr>
        <p:spPr>
          <a:xfrm>
            <a:off x="3610975" y="2040250"/>
            <a:ext cx="1468500" cy="333300"/>
          </a:xfrm>
          <a:prstGeom prst="rect">
            <a:avLst/>
          </a:prstGeom>
        </p:spPr>
        <p:txBody>
          <a:bodyPr anchorCtr="0" anchor="t" bIns="0" lIns="0" spcFirstLastPara="1" rIns="0" wrap="square" tIns="0">
            <a:noAutofit/>
          </a:bodyPr>
          <a:lstStyle>
            <a:lvl1pPr lvl="0">
              <a:spcBef>
                <a:spcPts val="0"/>
              </a:spcBef>
              <a:spcAft>
                <a:spcPts val="0"/>
              </a:spcAft>
              <a:buNone/>
              <a:defRPr sz="1400">
                <a:latin typeface="Instrument Sans Medium"/>
                <a:ea typeface="Instrument Sans Medium"/>
                <a:cs typeface="Instrument Sans Medium"/>
                <a:sym typeface="Instrument Sans Medium"/>
              </a:defRPr>
            </a:lvl1pPr>
            <a:lvl2pPr lvl="1">
              <a:spcBef>
                <a:spcPts val="0"/>
              </a:spcBef>
              <a:spcAft>
                <a:spcPts val="0"/>
              </a:spcAft>
              <a:buSzPts val="600"/>
              <a:buNone/>
              <a:defRPr sz="600"/>
            </a:lvl2pPr>
            <a:lvl3pPr lvl="2">
              <a:spcBef>
                <a:spcPts val="0"/>
              </a:spcBef>
              <a:spcAft>
                <a:spcPts val="0"/>
              </a:spcAft>
              <a:buSzPts val="600"/>
              <a:buNone/>
              <a:defRPr sz="600"/>
            </a:lvl3pPr>
            <a:lvl4pPr lvl="3">
              <a:spcBef>
                <a:spcPts val="0"/>
              </a:spcBef>
              <a:spcAft>
                <a:spcPts val="0"/>
              </a:spcAft>
              <a:buSzPts val="600"/>
              <a:buNone/>
              <a:defRPr sz="600"/>
            </a:lvl4pPr>
            <a:lvl5pPr lvl="4">
              <a:spcBef>
                <a:spcPts val="0"/>
              </a:spcBef>
              <a:spcAft>
                <a:spcPts val="0"/>
              </a:spcAft>
              <a:buSzPts val="600"/>
              <a:buNone/>
              <a:defRPr sz="600"/>
            </a:lvl5pPr>
            <a:lvl6pPr lvl="5">
              <a:spcBef>
                <a:spcPts val="0"/>
              </a:spcBef>
              <a:spcAft>
                <a:spcPts val="0"/>
              </a:spcAft>
              <a:buSzPts val="600"/>
              <a:buNone/>
              <a:defRPr sz="600"/>
            </a:lvl6pPr>
            <a:lvl7pPr lvl="6">
              <a:spcBef>
                <a:spcPts val="0"/>
              </a:spcBef>
              <a:spcAft>
                <a:spcPts val="0"/>
              </a:spcAft>
              <a:buSzPts val="600"/>
              <a:buNone/>
              <a:defRPr sz="600"/>
            </a:lvl7pPr>
            <a:lvl8pPr lvl="7">
              <a:spcBef>
                <a:spcPts val="0"/>
              </a:spcBef>
              <a:spcAft>
                <a:spcPts val="0"/>
              </a:spcAft>
              <a:buSzPts val="600"/>
              <a:buNone/>
              <a:defRPr sz="600"/>
            </a:lvl8pPr>
            <a:lvl9pPr lvl="8">
              <a:spcBef>
                <a:spcPts val="0"/>
              </a:spcBef>
              <a:spcAft>
                <a:spcPts val="0"/>
              </a:spcAft>
              <a:buSzPts val="600"/>
              <a:buNone/>
              <a:defRPr sz="600"/>
            </a:lvl9pPr>
          </a:lstStyle>
          <a:p/>
        </p:txBody>
      </p:sp>
      <p:sp>
        <p:nvSpPr>
          <p:cNvPr id="69" name="Google Shape;69;p9"/>
          <p:cNvSpPr txBox="1"/>
          <p:nvPr>
            <p:ph idx="3" type="subTitle"/>
          </p:nvPr>
        </p:nvSpPr>
        <p:spPr>
          <a:xfrm>
            <a:off x="5419275" y="2040250"/>
            <a:ext cx="1468500" cy="333300"/>
          </a:xfrm>
          <a:prstGeom prst="rect">
            <a:avLst/>
          </a:prstGeom>
        </p:spPr>
        <p:txBody>
          <a:bodyPr anchorCtr="0" anchor="t" bIns="0" lIns="0" spcFirstLastPara="1" rIns="0" wrap="square" tIns="0">
            <a:noAutofit/>
          </a:bodyPr>
          <a:lstStyle>
            <a:lvl1pPr lvl="0">
              <a:spcBef>
                <a:spcPts val="0"/>
              </a:spcBef>
              <a:spcAft>
                <a:spcPts val="0"/>
              </a:spcAft>
              <a:buNone/>
              <a:defRPr sz="1400">
                <a:latin typeface="Instrument Sans Medium"/>
                <a:ea typeface="Instrument Sans Medium"/>
                <a:cs typeface="Instrument Sans Medium"/>
                <a:sym typeface="Instrument Sans Medium"/>
              </a:defRPr>
            </a:lvl1pPr>
            <a:lvl2pPr lvl="1">
              <a:spcBef>
                <a:spcPts val="0"/>
              </a:spcBef>
              <a:spcAft>
                <a:spcPts val="0"/>
              </a:spcAft>
              <a:buSzPts val="600"/>
              <a:buNone/>
              <a:defRPr sz="600"/>
            </a:lvl2pPr>
            <a:lvl3pPr lvl="2">
              <a:spcBef>
                <a:spcPts val="0"/>
              </a:spcBef>
              <a:spcAft>
                <a:spcPts val="0"/>
              </a:spcAft>
              <a:buSzPts val="600"/>
              <a:buNone/>
              <a:defRPr sz="600"/>
            </a:lvl3pPr>
            <a:lvl4pPr lvl="3">
              <a:spcBef>
                <a:spcPts val="0"/>
              </a:spcBef>
              <a:spcAft>
                <a:spcPts val="0"/>
              </a:spcAft>
              <a:buSzPts val="600"/>
              <a:buNone/>
              <a:defRPr sz="600"/>
            </a:lvl4pPr>
            <a:lvl5pPr lvl="4">
              <a:spcBef>
                <a:spcPts val="0"/>
              </a:spcBef>
              <a:spcAft>
                <a:spcPts val="0"/>
              </a:spcAft>
              <a:buSzPts val="600"/>
              <a:buNone/>
              <a:defRPr sz="600"/>
            </a:lvl5pPr>
            <a:lvl6pPr lvl="5">
              <a:spcBef>
                <a:spcPts val="0"/>
              </a:spcBef>
              <a:spcAft>
                <a:spcPts val="0"/>
              </a:spcAft>
              <a:buSzPts val="600"/>
              <a:buNone/>
              <a:defRPr sz="600"/>
            </a:lvl6pPr>
            <a:lvl7pPr lvl="6">
              <a:spcBef>
                <a:spcPts val="0"/>
              </a:spcBef>
              <a:spcAft>
                <a:spcPts val="0"/>
              </a:spcAft>
              <a:buSzPts val="600"/>
              <a:buNone/>
              <a:defRPr sz="600"/>
            </a:lvl7pPr>
            <a:lvl8pPr lvl="7">
              <a:spcBef>
                <a:spcPts val="0"/>
              </a:spcBef>
              <a:spcAft>
                <a:spcPts val="0"/>
              </a:spcAft>
              <a:buSzPts val="600"/>
              <a:buNone/>
              <a:defRPr sz="600"/>
            </a:lvl8pPr>
            <a:lvl9pPr lvl="8">
              <a:spcBef>
                <a:spcPts val="0"/>
              </a:spcBef>
              <a:spcAft>
                <a:spcPts val="0"/>
              </a:spcAft>
              <a:buSzPts val="600"/>
              <a:buNone/>
              <a:defRPr sz="600"/>
            </a:lvl9pPr>
          </a:lstStyle>
          <a:p/>
        </p:txBody>
      </p:sp>
      <p:sp>
        <p:nvSpPr>
          <p:cNvPr id="70" name="Google Shape;70;p9"/>
          <p:cNvSpPr txBox="1"/>
          <p:nvPr>
            <p:ph idx="4" type="subTitle"/>
          </p:nvPr>
        </p:nvSpPr>
        <p:spPr>
          <a:xfrm>
            <a:off x="7227575" y="2040250"/>
            <a:ext cx="1468500" cy="333300"/>
          </a:xfrm>
          <a:prstGeom prst="rect">
            <a:avLst/>
          </a:prstGeom>
        </p:spPr>
        <p:txBody>
          <a:bodyPr anchorCtr="0" anchor="t" bIns="0" lIns="0" spcFirstLastPara="1" rIns="0" wrap="square" tIns="0">
            <a:noAutofit/>
          </a:bodyPr>
          <a:lstStyle>
            <a:lvl1pPr lvl="0">
              <a:spcBef>
                <a:spcPts val="0"/>
              </a:spcBef>
              <a:spcAft>
                <a:spcPts val="0"/>
              </a:spcAft>
              <a:buNone/>
              <a:defRPr sz="1400">
                <a:latin typeface="Instrument Sans Medium"/>
                <a:ea typeface="Instrument Sans Medium"/>
                <a:cs typeface="Instrument Sans Medium"/>
                <a:sym typeface="Instrument Sans Medium"/>
              </a:defRPr>
            </a:lvl1pPr>
            <a:lvl2pPr lvl="1">
              <a:spcBef>
                <a:spcPts val="0"/>
              </a:spcBef>
              <a:spcAft>
                <a:spcPts val="0"/>
              </a:spcAft>
              <a:buSzPts val="600"/>
              <a:buNone/>
              <a:defRPr sz="600"/>
            </a:lvl2pPr>
            <a:lvl3pPr lvl="2">
              <a:spcBef>
                <a:spcPts val="0"/>
              </a:spcBef>
              <a:spcAft>
                <a:spcPts val="0"/>
              </a:spcAft>
              <a:buSzPts val="600"/>
              <a:buNone/>
              <a:defRPr sz="600"/>
            </a:lvl3pPr>
            <a:lvl4pPr lvl="3">
              <a:spcBef>
                <a:spcPts val="0"/>
              </a:spcBef>
              <a:spcAft>
                <a:spcPts val="0"/>
              </a:spcAft>
              <a:buSzPts val="600"/>
              <a:buNone/>
              <a:defRPr sz="600"/>
            </a:lvl4pPr>
            <a:lvl5pPr lvl="4">
              <a:spcBef>
                <a:spcPts val="0"/>
              </a:spcBef>
              <a:spcAft>
                <a:spcPts val="0"/>
              </a:spcAft>
              <a:buSzPts val="600"/>
              <a:buNone/>
              <a:defRPr sz="600"/>
            </a:lvl5pPr>
            <a:lvl6pPr lvl="5">
              <a:spcBef>
                <a:spcPts val="0"/>
              </a:spcBef>
              <a:spcAft>
                <a:spcPts val="0"/>
              </a:spcAft>
              <a:buSzPts val="600"/>
              <a:buNone/>
              <a:defRPr sz="600"/>
            </a:lvl6pPr>
            <a:lvl7pPr lvl="6">
              <a:spcBef>
                <a:spcPts val="0"/>
              </a:spcBef>
              <a:spcAft>
                <a:spcPts val="0"/>
              </a:spcAft>
              <a:buSzPts val="600"/>
              <a:buNone/>
              <a:defRPr sz="600"/>
            </a:lvl7pPr>
            <a:lvl8pPr lvl="7">
              <a:spcBef>
                <a:spcPts val="0"/>
              </a:spcBef>
              <a:spcAft>
                <a:spcPts val="0"/>
              </a:spcAft>
              <a:buSzPts val="600"/>
              <a:buNone/>
              <a:defRPr sz="600"/>
            </a:lvl8pPr>
            <a:lvl9pPr lvl="8">
              <a:spcBef>
                <a:spcPts val="0"/>
              </a:spcBef>
              <a:spcAft>
                <a:spcPts val="0"/>
              </a:spcAft>
              <a:buSzPts val="600"/>
              <a:buNone/>
              <a:defRPr sz="600"/>
            </a:lvl9pPr>
          </a:lstStyle>
          <a:p/>
        </p:txBody>
      </p:sp>
      <p:sp>
        <p:nvSpPr>
          <p:cNvPr id="71" name="Google Shape;71;p9"/>
          <p:cNvSpPr txBox="1"/>
          <p:nvPr>
            <p:ph idx="5" type="subTitle"/>
          </p:nvPr>
        </p:nvSpPr>
        <p:spPr>
          <a:xfrm>
            <a:off x="1731400" y="4750800"/>
            <a:ext cx="1340700" cy="1032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600"/>
            </a:lvl1pPr>
            <a:lvl2pPr lvl="1">
              <a:spcBef>
                <a:spcPts val="0"/>
              </a:spcBef>
              <a:spcAft>
                <a:spcPts val="0"/>
              </a:spcAft>
              <a:buSzPts val="600"/>
              <a:buNone/>
              <a:defRPr sz="600"/>
            </a:lvl2pPr>
            <a:lvl3pPr lvl="2">
              <a:spcBef>
                <a:spcPts val="0"/>
              </a:spcBef>
              <a:spcAft>
                <a:spcPts val="0"/>
              </a:spcAft>
              <a:buSzPts val="600"/>
              <a:buNone/>
              <a:defRPr sz="600"/>
            </a:lvl3pPr>
            <a:lvl4pPr lvl="3">
              <a:spcBef>
                <a:spcPts val="0"/>
              </a:spcBef>
              <a:spcAft>
                <a:spcPts val="0"/>
              </a:spcAft>
              <a:buSzPts val="600"/>
              <a:buNone/>
              <a:defRPr sz="600"/>
            </a:lvl4pPr>
            <a:lvl5pPr lvl="4">
              <a:spcBef>
                <a:spcPts val="0"/>
              </a:spcBef>
              <a:spcAft>
                <a:spcPts val="0"/>
              </a:spcAft>
              <a:buSzPts val="600"/>
              <a:buNone/>
              <a:defRPr sz="600"/>
            </a:lvl5pPr>
            <a:lvl6pPr lvl="5">
              <a:spcBef>
                <a:spcPts val="0"/>
              </a:spcBef>
              <a:spcAft>
                <a:spcPts val="0"/>
              </a:spcAft>
              <a:buSzPts val="600"/>
              <a:buNone/>
              <a:defRPr sz="600"/>
            </a:lvl6pPr>
            <a:lvl7pPr lvl="6">
              <a:spcBef>
                <a:spcPts val="0"/>
              </a:spcBef>
              <a:spcAft>
                <a:spcPts val="0"/>
              </a:spcAft>
              <a:buSzPts val="600"/>
              <a:buNone/>
              <a:defRPr sz="600"/>
            </a:lvl7pPr>
            <a:lvl8pPr lvl="7">
              <a:spcBef>
                <a:spcPts val="0"/>
              </a:spcBef>
              <a:spcAft>
                <a:spcPts val="0"/>
              </a:spcAft>
              <a:buSzPts val="600"/>
              <a:buNone/>
              <a:defRPr sz="600"/>
            </a:lvl8pPr>
            <a:lvl9pPr lvl="8">
              <a:spcBef>
                <a:spcPts val="0"/>
              </a:spcBef>
              <a:spcAft>
                <a:spcPts val="0"/>
              </a:spcAft>
              <a:buSzPts val="600"/>
              <a:buNone/>
              <a:defRPr sz="600"/>
            </a:lvl9pPr>
          </a:lstStyle>
          <a:p/>
        </p:txBody>
      </p:sp>
      <p:sp>
        <p:nvSpPr>
          <p:cNvPr id="72" name="Google Shape;72;p9"/>
          <p:cNvSpPr txBox="1"/>
          <p:nvPr>
            <p:ph idx="6" type="subTitle"/>
          </p:nvPr>
        </p:nvSpPr>
        <p:spPr>
          <a:xfrm>
            <a:off x="7518500" y="4750800"/>
            <a:ext cx="1340700" cy="103200"/>
          </a:xfrm>
          <a:prstGeom prst="rect">
            <a:avLst/>
          </a:prstGeom>
        </p:spPr>
        <p:txBody>
          <a:bodyPr anchorCtr="0" anchor="t" bIns="0" lIns="0" spcFirstLastPara="1" rIns="0" wrap="square" tIns="0">
            <a:noAutofit/>
          </a:bodyPr>
          <a:lstStyle>
            <a:lvl1pPr lvl="0" algn="r">
              <a:lnSpc>
                <a:spcPct val="115000"/>
              </a:lnSpc>
              <a:spcBef>
                <a:spcPts val="0"/>
              </a:spcBef>
              <a:spcAft>
                <a:spcPts val="0"/>
              </a:spcAft>
              <a:buNone/>
              <a:defRPr sz="600"/>
            </a:lvl1pPr>
            <a:lvl2pPr lvl="1" algn="r">
              <a:spcBef>
                <a:spcPts val="0"/>
              </a:spcBef>
              <a:spcAft>
                <a:spcPts val="0"/>
              </a:spcAft>
              <a:buSzPts val="600"/>
              <a:buNone/>
              <a:defRPr sz="600"/>
            </a:lvl2pPr>
            <a:lvl3pPr lvl="2" algn="r">
              <a:spcBef>
                <a:spcPts val="0"/>
              </a:spcBef>
              <a:spcAft>
                <a:spcPts val="0"/>
              </a:spcAft>
              <a:buSzPts val="600"/>
              <a:buNone/>
              <a:defRPr sz="600"/>
            </a:lvl3pPr>
            <a:lvl4pPr lvl="3" algn="r">
              <a:spcBef>
                <a:spcPts val="0"/>
              </a:spcBef>
              <a:spcAft>
                <a:spcPts val="0"/>
              </a:spcAft>
              <a:buSzPts val="600"/>
              <a:buNone/>
              <a:defRPr sz="600"/>
            </a:lvl4pPr>
            <a:lvl5pPr lvl="4" algn="r">
              <a:spcBef>
                <a:spcPts val="0"/>
              </a:spcBef>
              <a:spcAft>
                <a:spcPts val="0"/>
              </a:spcAft>
              <a:buSzPts val="600"/>
              <a:buNone/>
              <a:defRPr sz="600"/>
            </a:lvl5pPr>
            <a:lvl6pPr lvl="5" algn="r">
              <a:spcBef>
                <a:spcPts val="0"/>
              </a:spcBef>
              <a:spcAft>
                <a:spcPts val="0"/>
              </a:spcAft>
              <a:buSzPts val="600"/>
              <a:buNone/>
              <a:defRPr sz="600"/>
            </a:lvl6pPr>
            <a:lvl7pPr lvl="6" algn="r">
              <a:spcBef>
                <a:spcPts val="0"/>
              </a:spcBef>
              <a:spcAft>
                <a:spcPts val="0"/>
              </a:spcAft>
              <a:buSzPts val="600"/>
              <a:buNone/>
              <a:defRPr sz="600"/>
            </a:lvl7pPr>
            <a:lvl8pPr lvl="7" algn="r">
              <a:spcBef>
                <a:spcPts val="0"/>
              </a:spcBef>
              <a:spcAft>
                <a:spcPts val="0"/>
              </a:spcAft>
              <a:buSzPts val="600"/>
              <a:buNone/>
              <a:defRPr sz="600"/>
            </a:lvl8pPr>
            <a:lvl9pPr lvl="8" algn="r">
              <a:spcBef>
                <a:spcPts val="0"/>
              </a:spcBef>
              <a:spcAft>
                <a:spcPts val="0"/>
              </a:spcAft>
              <a:buSzPts val="600"/>
              <a:buNone/>
              <a:defRPr sz="600"/>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4">
  <p:cSld name="BLANK_1_1_1_1_1_1_1_1_1_1_1_1_2_1_1">
    <p:spTree>
      <p:nvGrpSpPr>
        <p:cNvPr id="73" name="Shape 73"/>
        <p:cNvGrpSpPr/>
        <p:nvPr/>
      </p:nvGrpSpPr>
      <p:grpSpPr>
        <a:xfrm>
          <a:off x="0" y="0"/>
          <a:ext cx="0" cy="0"/>
          <a:chOff x="0" y="0"/>
          <a:chExt cx="0" cy="0"/>
        </a:xfrm>
      </p:grpSpPr>
      <p:sp>
        <p:nvSpPr>
          <p:cNvPr id="74" name="Google Shape;74;p10"/>
          <p:cNvSpPr/>
          <p:nvPr>
            <p:ph idx="2" type="pic"/>
          </p:nvPr>
        </p:nvSpPr>
        <p:spPr>
          <a:xfrm>
            <a:off x="2210800" y="1984500"/>
            <a:ext cx="1828800" cy="1828800"/>
          </a:xfrm>
          <a:prstGeom prst="ellipse">
            <a:avLst/>
          </a:prstGeom>
          <a:noFill/>
          <a:ln cap="flat" cmpd="sng" w="9525">
            <a:solidFill>
              <a:schemeClr val="dk2"/>
            </a:solidFill>
            <a:prstDash val="solid"/>
            <a:round/>
            <a:headEnd len="sm" w="sm" type="none"/>
            <a:tailEnd len="sm" w="sm" type="none"/>
          </a:ln>
        </p:spPr>
      </p:sp>
      <p:sp>
        <p:nvSpPr>
          <p:cNvPr id="75" name="Google Shape;75;p10"/>
          <p:cNvSpPr txBox="1"/>
          <p:nvPr>
            <p:ph type="title"/>
          </p:nvPr>
        </p:nvSpPr>
        <p:spPr>
          <a:xfrm>
            <a:off x="1739950" y="282900"/>
            <a:ext cx="4234200" cy="11169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76" name="Google Shape;76;p10"/>
          <p:cNvSpPr txBox="1"/>
          <p:nvPr>
            <p:ph idx="1" type="body"/>
          </p:nvPr>
        </p:nvSpPr>
        <p:spPr>
          <a:xfrm>
            <a:off x="4624900" y="3199050"/>
            <a:ext cx="2787600" cy="1436100"/>
          </a:xfrm>
          <a:prstGeom prst="rect">
            <a:avLst/>
          </a:prstGeom>
        </p:spPr>
        <p:txBody>
          <a:bodyPr anchorCtr="0" anchor="t" bIns="0" lIns="0" spcFirstLastPara="1" rIns="0" wrap="square" tIns="0">
            <a:noAutofit/>
          </a:bodyPr>
          <a:lstStyle>
            <a:lvl1pPr indent="-292100" lvl="0" marL="457200">
              <a:lnSpc>
                <a:spcPct val="115000"/>
              </a:lnSpc>
              <a:spcBef>
                <a:spcPts val="0"/>
              </a:spcBef>
              <a:spcAft>
                <a:spcPts val="0"/>
              </a:spcAft>
              <a:buSzPts val="1000"/>
              <a:buFont typeface="Instrument Sans SemiBold"/>
              <a:buChar char="●"/>
              <a:defRPr sz="1000">
                <a:latin typeface="Instrument Sans SemiBold"/>
                <a:ea typeface="Instrument Sans SemiBold"/>
                <a:cs typeface="Instrument Sans SemiBold"/>
                <a:sym typeface="Instrument Sans SemiBold"/>
              </a:defRPr>
            </a:lvl1pPr>
            <a:lvl2pPr indent="-292100" lvl="1" marL="914400">
              <a:lnSpc>
                <a:spcPct val="115000"/>
              </a:lnSpc>
              <a:spcBef>
                <a:spcPts val="0"/>
              </a:spcBef>
              <a:spcAft>
                <a:spcPts val="0"/>
              </a:spcAft>
              <a:buSzPts val="1000"/>
              <a:buFont typeface="Instrument Sans SemiBold"/>
              <a:buChar char="○"/>
              <a:defRPr sz="1000">
                <a:latin typeface="Instrument Sans SemiBold"/>
                <a:ea typeface="Instrument Sans SemiBold"/>
                <a:cs typeface="Instrument Sans SemiBold"/>
                <a:sym typeface="Instrument Sans SemiBold"/>
              </a:defRPr>
            </a:lvl2pPr>
            <a:lvl3pPr indent="-292100" lvl="2" marL="1371600">
              <a:lnSpc>
                <a:spcPct val="115000"/>
              </a:lnSpc>
              <a:spcBef>
                <a:spcPts val="0"/>
              </a:spcBef>
              <a:spcAft>
                <a:spcPts val="0"/>
              </a:spcAft>
              <a:buSzPts val="1000"/>
              <a:buFont typeface="Instrument Sans SemiBold"/>
              <a:buChar char="■"/>
              <a:defRPr sz="1000">
                <a:latin typeface="Instrument Sans SemiBold"/>
                <a:ea typeface="Instrument Sans SemiBold"/>
                <a:cs typeface="Instrument Sans SemiBold"/>
                <a:sym typeface="Instrument Sans SemiBold"/>
              </a:defRPr>
            </a:lvl3pPr>
            <a:lvl4pPr indent="-292100" lvl="3" marL="1828800">
              <a:lnSpc>
                <a:spcPct val="115000"/>
              </a:lnSpc>
              <a:spcBef>
                <a:spcPts val="0"/>
              </a:spcBef>
              <a:spcAft>
                <a:spcPts val="0"/>
              </a:spcAft>
              <a:buSzPts val="1000"/>
              <a:buFont typeface="Instrument Sans SemiBold"/>
              <a:buChar char="●"/>
              <a:defRPr sz="1000">
                <a:latin typeface="Instrument Sans SemiBold"/>
                <a:ea typeface="Instrument Sans SemiBold"/>
                <a:cs typeface="Instrument Sans SemiBold"/>
                <a:sym typeface="Instrument Sans SemiBold"/>
              </a:defRPr>
            </a:lvl4pPr>
            <a:lvl5pPr indent="-292100" lvl="4" marL="2286000">
              <a:lnSpc>
                <a:spcPct val="115000"/>
              </a:lnSpc>
              <a:spcBef>
                <a:spcPts val="0"/>
              </a:spcBef>
              <a:spcAft>
                <a:spcPts val="0"/>
              </a:spcAft>
              <a:buSzPts val="1000"/>
              <a:buFont typeface="Instrument Sans SemiBold"/>
              <a:buChar char="○"/>
              <a:defRPr sz="1000">
                <a:latin typeface="Instrument Sans SemiBold"/>
                <a:ea typeface="Instrument Sans SemiBold"/>
                <a:cs typeface="Instrument Sans SemiBold"/>
                <a:sym typeface="Instrument Sans SemiBold"/>
              </a:defRPr>
            </a:lvl5pPr>
            <a:lvl6pPr indent="-292100" lvl="5" marL="2743200">
              <a:lnSpc>
                <a:spcPct val="115000"/>
              </a:lnSpc>
              <a:spcBef>
                <a:spcPts val="0"/>
              </a:spcBef>
              <a:spcAft>
                <a:spcPts val="0"/>
              </a:spcAft>
              <a:buSzPts val="1000"/>
              <a:buFont typeface="Instrument Sans SemiBold"/>
              <a:buChar char="■"/>
              <a:defRPr sz="1000">
                <a:latin typeface="Instrument Sans SemiBold"/>
                <a:ea typeface="Instrument Sans SemiBold"/>
                <a:cs typeface="Instrument Sans SemiBold"/>
                <a:sym typeface="Instrument Sans SemiBold"/>
              </a:defRPr>
            </a:lvl6pPr>
            <a:lvl7pPr indent="-292100" lvl="6" marL="3200400">
              <a:lnSpc>
                <a:spcPct val="115000"/>
              </a:lnSpc>
              <a:spcBef>
                <a:spcPts val="0"/>
              </a:spcBef>
              <a:spcAft>
                <a:spcPts val="0"/>
              </a:spcAft>
              <a:buSzPts val="1000"/>
              <a:buFont typeface="Instrument Sans SemiBold"/>
              <a:buChar char="●"/>
              <a:defRPr sz="1000">
                <a:latin typeface="Instrument Sans SemiBold"/>
                <a:ea typeface="Instrument Sans SemiBold"/>
                <a:cs typeface="Instrument Sans SemiBold"/>
                <a:sym typeface="Instrument Sans SemiBold"/>
              </a:defRPr>
            </a:lvl7pPr>
            <a:lvl8pPr indent="-292100" lvl="7" marL="3657600">
              <a:lnSpc>
                <a:spcPct val="115000"/>
              </a:lnSpc>
              <a:spcBef>
                <a:spcPts val="0"/>
              </a:spcBef>
              <a:spcAft>
                <a:spcPts val="0"/>
              </a:spcAft>
              <a:buSzPts val="1000"/>
              <a:buFont typeface="Instrument Sans SemiBold"/>
              <a:buChar char="○"/>
              <a:defRPr sz="1000">
                <a:latin typeface="Instrument Sans SemiBold"/>
                <a:ea typeface="Instrument Sans SemiBold"/>
                <a:cs typeface="Instrument Sans SemiBold"/>
                <a:sym typeface="Instrument Sans SemiBold"/>
              </a:defRPr>
            </a:lvl8pPr>
            <a:lvl9pPr indent="-292100" lvl="8" marL="4114800">
              <a:lnSpc>
                <a:spcPct val="115000"/>
              </a:lnSpc>
              <a:spcBef>
                <a:spcPts val="0"/>
              </a:spcBef>
              <a:spcAft>
                <a:spcPts val="0"/>
              </a:spcAft>
              <a:buSzPts val="1000"/>
              <a:buFont typeface="Instrument Sans SemiBold"/>
              <a:buChar char="■"/>
              <a:defRPr sz="1000">
                <a:latin typeface="Instrument Sans SemiBold"/>
                <a:ea typeface="Instrument Sans SemiBold"/>
                <a:cs typeface="Instrument Sans SemiBold"/>
                <a:sym typeface="Instrument Sans SemiBold"/>
              </a:defRPr>
            </a:lvl9pPr>
          </a:lstStyle>
          <a:p/>
        </p:txBody>
      </p:sp>
      <p:sp>
        <p:nvSpPr>
          <p:cNvPr id="77" name="Google Shape;77;p10"/>
          <p:cNvSpPr txBox="1"/>
          <p:nvPr>
            <p:ph idx="3" type="subTitle"/>
          </p:nvPr>
        </p:nvSpPr>
        <p:spPr>
          <a:xfrm>
            <a:off x="284798" y="282900"/>
            <a:ext cx="1207200" cy="368100"/>
          </a:xfrm>
          <a:prstGeom prst="rect">
            <a:avLst/>
          </a:prstGeom>
        </p:spPr>
        <p:txBody>
          <a:bodyPr anchorCtr="0" anchor="ctr" bIns="0" lIns="0" spcFirstLastPara="1" rIns="0" wrap="square" tIns="0">
            <a:noAutofit/>
          </a:bodyPr>
          <a:lstStyle>
            <a:lvl1pPr lvl="0" algn="ctr">
              <a:lnSpc>
                <a:spcPct val="115000"/>
              </a:lnSpc>
              <a:spcBef>
                <a:spcPts val="0"/>
              </a:spcBef>
              <a:spcAft>
                <a:spcPts val="0"/>
              </a:spcAft>
              <a:buNone/>
              <a:defRPr sz="800"/>
            </a:lvl1pPr>
            <a:lvl2pPr lvl="1" algn="ctr">
              <a:spcBef>
                <a:spcPts val="0"/>
              </a:spcBef>
              <a:spcAft>
                <a:spcPts val="0"/>
              </a:spcAft>
              <a:buClr>
                <a:schemeClr val="lt1"/>
              </a:buClr>
              <a:buSzPts val="800"/>
              <a:buNone/>
              <a:defRPr sz="800"/>
            </a:lvl2pPr>
            <a:lvl3pPr lvl="2" algn="ctr">
              <a:spcBef>
                <a:spcPts val="0"/>
              </a:spcBef>
              <a:spcAft>
                <a:spcPts val="0"/>
              </a:spcAft>
              <a:buClr>
                <a:schemeClr val="lt1"/>
              </a:buClr>
              <a:buSzPts val="800"/>
              <a:buNone/>
              <a:defRPr sz="800"/>
            </a:lvl3pPr>
            <a:lvl4pPr lvl="3" algn="ctr">
              <a:spcBef>
                <a:spcPts val="0"/>
              </a:spcBef>
              <a:spcAft>
                <a:spcPts val="0"/>
              </a:spcAft>
              <a:buClr>
                <a:schemeClr val="lt1"/>
              </a:buClr>
              <a:buSzPts val="800"/>
              <a:buNone/>
              <a:defRPr sz="800"/>
            </a:lvl4pPr>
            <a:lvl5pPr lvl="4" algn="ctr">
              <a:spcBef>
                <a:spcPts val="0"/>
              </a:spcBef>
              <a:spcAft>
                <a:spcPts val="0"/>
              </a:spcAft>
              <a:buClr>
                <a:schemeClr val="lt1"/>
              </a:buClr>
              <a:buSzPts val="800"/>
              <a:buNone/>
              <a:defRPr sz="800"/>
            </a:lvl5pPr>
            <a:lvl6pPr lvl="5" algn="ctr">
              <a:spcBef>
                <a:spcPts val="0"/>
              </a:spcBef>
              <a:spcAft>
                <a:spcPts val="0"/>
              </a:spcAft>
              <a:buClr>
                <a:schemeClr val="lt1"/>
              </a:buClr>
              <a:buSzPts val="800"/>
              <a:buNone/>
              <a:defRPr sz="800"/>
            </a:lvl6pPr>
            <a:lvl7pPr lvl="6" algn="ctr">
              <a:spcBef>
                <a:spcPts val="0"/>
              </a:spcBef>
              <a:spcAft>
                <a:spcPts val="0"/>
              </a:spcAft>
              <a:buClr>
                <a:schemeClr val="lt1"/>
              </a:buClr>
              <a:buSzPts val="800"/>
              <a:buNone/>
              <a:defRPr sz="800"/>
            </a:lvl7pPr>
            <a:lvl8pPr lvl="7" algn="ctr">
              <a:spcBef>
                <a:spcPts val="0"/>
              </a:spcBef>
              <a:spcAft>
                <a:spcPts val="0"/>
              </a:spcAft>
              <a:buClr>
                <a:schemeClr val="lt1"/>
              </a:buClr>
              <a:buSzPts val="800"/>
              <a:buNone/>
              <a:defRPr sz="800"/>
            </a:lvl8pPr>
            <a:lvl9pPr lvl="8" algn="ctr">
              <a:spcBef>
                <a:spcPts val="0"/>
              </a:spcBef>
              <a:spcAft>
                <a:spcPts val="0"/>
              </a:spcAft>
              <a:buClr>
                <a:schemeClr val="lt1"/>
              </a:buClr>
              <a:buSzPts val="800"/>
              <a:buNone/>
              <a:defRPr sz="800"/>
            </a:lvl9pPr>
          </a:lstStyle>
          <a:p/>
        </p:txBody>
      </p:sp>
      <p:sp>
        <p:nvSpPr>
          <p:cNvPr id="78" name="Google Shape;78;p10"/>
          <p:cNvSpPr txBox="1"/>
          <p:nvPr>
            <p:ph idx="4" type="subTitle"/>
          </p:nvPr>
        </p:nvSpPr>
        <p:spPr>
          <a:xfrm>
            <a:off x="1731400" y="4750800"/>
            <a:ext cx="1340700" cy="1032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600"/>
            </a:lvl1pPr>
            <a:lvl2pPr lvl="1">
              <a:spcBef>
                <a:spcPts val="0"/>
              </a:spcBef>
              <a:spcAft>
                <a:spcPts val="0"/>
              </a:spcAft>
              <a:buClr>
                <a:schemeClr val="lt1"/>
              </a:buClr>
              <a:buSzPts val="600"/>
              <a:buNone/>
              <a:defRPr sz="600"/>
            </a:lvl2pPr>
            <a:lvl3pPr lvl="2">
              <a:spcBef>
                <a:spcPts val="0"/>
              </a:spcBef>
              <a:spcAft>
                <a:spcPts val="0"/>
              </a:spcAft>
              <a:buClr>
                <a:schemeClr val="lt1"/>
              </a:buClr>
              <a:buSzPts val="600"/>
              <a:buNone/>
              <a:defRPr sz="600"/>
            </a:lvl3pPr>
            <a:lvl4pPr lvl="3">
              <a:spcBef>
                <a:spcPts val="0"/>
              </a:spcBef>
              <a:spcAft>
                <a:spcPts val="0"/>
              </a:spcAft>
              <a:buClr>
                <a:schemeClr val="lt1"/>
              </a:buClr>
              <a:buSzPts val="600"/>
              <a:buNone/>
              <a:defRPr sz="600"/>
            </a:lvl4pPr>
            <a:lvl5pPr lvl="4">
              <a:spcBef>
                <a:spcPts val="0"/>
              </a:spcBef>
              <a:spcAft>
                <a:spcPts val="0"/>
              </a:spcAft>
              <a:buClr>
                <a:schemeClr val="lt1"/>
              </a:buClr>
              <a:buSzPts val="600"/>
              <a:buNone/>
              <a:defRPr sz="600"/>
            </a:lvl5pPr>
            <a:lvl6pPr lvl="5">
              <a:spcBef>
                <a:spcPts val="0"/>
              </a:spcBef>
              <a:spcAft>
                <a:spcPts val="0"/>
              </a:spcAft>
              <a:buClr>
                <a:schemeClr val="lt1"/>
              </a:buClr>
              <a:buSzPts val="600"/>
              <a:buNone/>
              <a:defRPr sz="600"/>
            </a:lvl6pPr>
            <a:lvl7pPr lvl="6">
              <a:spcBef>
                <a:spcPts val="0"/>
              </a:spcBef>
              <a:spcAft>
                <a:spcPts val="0"/>
              </a:spcAft>
              <a:buClr>
                <a:schemeClr val="lt1"/>
              </a:buClr>
              <a:buSzPts val="600"/>
              <a:buNone/>
              <a:defRPr sz="600"/>
            </a:lvl7pPr>
            <a:lvl8pPr lvl="7">
              <a:spcBef>
                <a:spcPts val="0"/>
              </a:spcBef>
              <a:spcAft>
                <a:spcPts val="0"/>
              </a:spcAft>
              <a:buClr>
                <a:schemeClr val="lt1"/>
              </a:buClr>
              <a:buSzPts val="600"/>
              <a:buNone/>
              <a:defRPr sz="600"/>
            </a:lvl8pPr>
            <a:lvl9pPr lvl="8">
              <a:spcBef>
                <a:spcPts val="0"/>
              </a:spcBef>
              <a:spcAft>
                <a:spcPts val="0"/>
              </a:spcAft>
              <a:buClr>
                <a:schemeClr val="lt1"/>
              </a:buClr>
              <a:buSzPts val="600"/>
              <a:buNone/>
              <a:defRPr sz="600"/>
            </a:lvl9pPr>
          </a:lstStyle>
          <a:p/>
        </p:txBody>
      </p:sp>
      <p:sp>
        <p:nvSpPr>
          <p:cNvPr id="79" name="Google Shape;79;p10"/>
          <p:cNvSpPr txBox="1"/>
          <p:nvPr>
            <p:ph idx="5" type="subTitle"/>
          </p:nvPr>
        </p:nvSpPr>
        <p:spPr>
          <a:xfrm>
            <a:off x="7518500" y="4750800"/>
            <a:ext cx="1340700" cy="103200"/>
          </a:xfrm>
          <a:prstGeom prst="rect">
            <a:avLst/>
          </a:prstGeom>
        </p:spPr>
        <p:txBody>
          <a:bodyPr anchorCtr="0" anchor="t" bIns="0" lIns="0" spcFirstLastPara="1" rIns="0" wrap="square" tIns="0">
            <a:noAutofit/>
          </a:bodyPr>
          <a:lstStyle>
            <a:lvl1pPr lvl="0" algn="r">
              <a:lnSpc>
                <a:spcPct val="115000"/>
              </a:lnSpc>
              <a:spcBef>
                <a:spcPts val="0"/>
              </a:spcBef>
              <a:spcAft>
                <a:spcPts val="0"/>
              </a:spcAft>
              <a:buNone/>
              <a:defRPr sz="600"/>
            </a:lvl1pPr>
            <a:lvl2pPr lvl="1" algn="r">
              <a:spcBef>
                <a:spcPts val="0"/>
              </a:spcBef>
              <a:spcAft>
                <a:spcPts val="0"/>
              </a:spcAft>
              <a:buClr>
                <a:schemeClr val="lt1"/>
              </a:buClr>
              <a:buSzPts val="600"/>
              <a:buNone/>
              <a:defRPr sz="600"/>
            </a:lvl2pPr>
            <a:lvl3pPr lvl="2" algn="r">
              <a:spcBef>
                <a:spcPts val="0"/>
              </a:spcBef>
              <a:spcAft>
                <a:spcPts val="0"/>
              </a:spcAft>
              <a:buClr>
                <a:schemeClr val="lt1"/>
              </a:buClr>
              <a:buSzPts val="600"/>
              <a:buNone/>
              <a:defRPr sz="600"/>
            </a:lvl3pPr>
            <a:lvl4pPr lvl="3" algn="r">
              <a:spcBef>
                <a:spcPts val="0"/>
              </a:spcBef>
              <a:spcAft>
                <a:spcPts val="0"/>
              </a:spcAft>
              <a:buClr>
                <a:schemeClr val="lt1"/>
              </a:buClr>
              <a:buSzPts val="600"/>
              <a:buNone/>
              <a:defRPr sz="600"/>
            </a:lvl4pPr>
            <a:lvl5pPr lvl="4" algn="r">
              <a:spcBef>
                <a:spcPts val="0"/>
              </a:spcBef>
              <a:spcAft>
                <a:spcPts val="0"/>
              </a:spcAft>
              <a:buClr>
                <a:schemeClr val="lt1"/>
              </a:buClr>
              <a:buSzPts val="600"/>
              <a:buNone/>
              <a:defRPr sz="600"/>
            </a:lvl5pPr>
            <a:lvl6pPr lvl="5" algn="r">
              <a:spcBef>
                <a:spcPts val="0"/>
              </a:spcBef>
              <a:spcAft>
                <a:spcPts val="0"/>
              </a:spcAft>
              <a:buClr>
                <a:schemeClr val="lt1"/>
              </a:buClr>
              <a:buSzPts val="600"/>
              <a:buNone/>
              <a:defRPr sz="600"/>
            </a:lvl6pPr>
            <a:lvl7pPr lvl="6" algn="r">
              <a:spcBef>
                <a:spcPts val="0"/>
              </a:spcBef>
              <a:spcAft>
                <a:spcPts val="0"/>
              </a:spcAft>
              <a:buClr>
                <a:schemeClr val="lt1"/>
              </a:buClr>
              <a:buSzPts val="600"/>
              <a:buNone/>
              <a:defRPr sz="600"/>
            </a:lvl7pPr>
            <a:lvl8pPr lvl="7" algn="r">
              <a:spcBef>
                <a:spcPts val="0"/>
              </a:spcBef>
              <a:spcAft>
                <a:spcPts val="0"/>
              </a:spcAft>
              <a:buClr>
                <a:schemeClr val="lt1"/>
              </a:buClr>
              <a:buSzPts val="600"/>
              <a:buNone/>
              <a:defRPr sz="600"/>
            </a:lvl8pPr>
            <a:lvl9pPr lvl="8" algn="r">
              <a:spcBef>
                <a:spcPts val="0"/>
              </a:spcBef>
              <a:spcAft>
                <a:spcPts val="0"/>
              </a:spcAft>
              <a:buClr>
                <a:schemeClr val="lt1"/>
              </a:buClr>
              <a:buSzPts val="600"/>
              <a:buNone/>
              <a:defRPr sz="600"/>
            </a:lvl9pPr>
          </a:lstStyle>
          <a:p/>
        </p:txBody>
      </p:sp>
      <p:sp>
        <p:nvSpPr>
          <p:cNvPr id="80" name="Google Shape;80;p10"/>
          <p:cNvSpPr txBox="1"/>
          <p:nvPr>
            <p:ph idx="6" type="body"/>
          </p:nvPr>
        </p:nvSpPr>
        <p:spPr>
          <a:xfrm>
            <a:off x="5412150" y="1666450"/>
            <a:ext cx="3421500" cy="969600"/>
          </a:xfrm>
          <a:prstGeom prst="rect">
            <a:avLst/>
          </a:prstGeom>
        </p:spPr>
        <p:txBody>
          <a:bodyPr anchorCtr="0" anchor="t" bIns="0" lIns="0" spcFirstLastPara="1" rIns="182875" wrap="square" tIns="0">
            <a:noAutofit/>
          </a:bodyPr>
          <a:lstStyle>
            <a:lvl1pPr indent="-317500" lvl="0" marL="457200">
              <a:lnSpc>
                <a:spcPct val="90000"/>
              </a:lnSpc>
              <a:spcBef>
                <a:spcPts val="0"/>
              </a:spcBef>
              <a:spcAft>
                <a:spcPts val="0"/>
              </a:spcAft>
              <a:buSzPts val="1400"/>
              <a:buFont typeface="Outfit"/>
              <a:buChar char="●"/>
              <a:defRPr sz="1400">
                <a:latin typeface="Outfit"/>
                <a:ea typeface="Outfit"/>
                <a:cs typeface="Outfit"/>
                <a:sym typeface="Outfit"/>
              </a:defRPr>
            </a:lvl1pPr>
            <a:lvl2pPr indent="-317500" lvl="1" marL="914400">
              <a:lnSpc>
                <a:spcPct val="90000"/>
              </a:lnSpc>
              <a:spcBef>
                <a:spcPts val="0"/>
              </a:spcBef>
              <a:spcAft>
                <a:spcPts val="0"/>
              </a:spcAft>
              <a:buSzPts val="1400"/>
              <a:buFont typeface="Outfit"/>
              <a:buChar char="○"/>
              <a:defRPr sz="1400">
                <a:latin typeface="Outfit"/>
                <a:ea typeface="Outfit"/>
                <a:cs typeface="Outfit"/>
                <a:sym typeface="Outfit"/>
              </a:defRPr>
            </a:lvl2pPr>
            <a:lvl3pPr indent="-317500" lvl="2" marL="1371600">
              <a:lnSpc>
                <a:spcPct val="90000"/>
              </a:lnSpc>
              <a:spcBef>
                <a:spcPts val="0"/>
              </a:spcBef>
              <a:spcAft>
                <a:spcPts val="0"/>
              </a:spcAft>
              <a:buSzPts val="1400"/>
              <a:buFont typeface="Outfit"/>
              <a:buChar char="■"/>
              <a:defRPr sz="1400">
                <a:latin typeface="Outfit"/>
                <a:ea typeface="Outfit"/>
                <a:cs typeface="Outfit"/>
                <a:sym typeface="Outfit"/>
              </a:defRPr>
            </a:lvl3pPr>
            <a:lvl4pPr indent="-317500" lvl="3" marL="1828800">
              <a:lnSpc>
                <a:spcPct val="90000"/>
              </a:lnSpc>
              <a:spcBef>
                <a:spcPts val="0"/>
              </a:spcBef>
              <a:spcAft>
                <a:spcPts val="0"/>
              </a:spcAft>
              <a:buSzPts val="1400"/>
              <a:buFont typeface="Outfit"/>
              <a:buChar char="●"/>
              <a:defRPr sz="1400">
                <a:latin typeface="Outfit"/>
                <a:ea typeface="Outfit"/>
                <a:cs typeface="Outfit"/>
                <a:sym typeface="Outfit"/>
              </a:defRPr>
            </a:lvl4pPr>
            <a:lvl5pPr indent="-317500" lvl="4" marL="2286000">
              <a:lnSpc>
                <a:spcPct val="90000"/>
              </a:lnSpc>
              <a:spcBef>
                <a:spcPts val="0"/>
              </a:spcBef>
              <a:spcAft>
                <a:spcPts val="0"/>
              </a:spcAft>
              <a:buSzPts val="1400"/>
              <a:buFont typeface="Outfit"/>
              <a:buChar char="○"/>
              <a:defRPr sz="1400">
                <a:latin typeface="Outfit"/>
                <a:ea typeface="Outfit"/>
                <a:cs typeface="Outfit"/>
                <a:sym typeface="Outfit"/>
              </a:defRPr>
            </a:lvl5pPr>
            <a:lvl6pPr indent="-317500" lvl="5" marL="2743200">
              <a:lnSpc>
                <a:spcPct val="90000"/>
              </a:lnSpc>
              <a:spcBef>
                <a:spcPts val="0"/>
              </a:spcBef>
              <a:spcAft>
                <a:spcPts val="0"/>
              </a:spcAft>
              <a:buSzPts val="1400"/>
              <a:buFont typeface="Outfit"/>
              <a:buChar char="■"/>
              <a:defRPr sz="1400">
                <a:latin typeface="Outfit"/>
                <a:ea typeface="Outfit"/>
                <a:cs typeface="Outfit"/>
                <a:sym typeface="Outfit"/>
              </a:defRPr>
            </a:lvl6pPr>
            <a:lvl7pPr indent="-317500" lvl="6" marL="3200400">
              <a:lnSpc>
                <a:spcPct val="90000"/>
              </a:lnSpc>
              <a:spcBef>
                <a:spcPts val="0"/>
              </a:spcBef>
              <a:spcAft>
                <a:spcPts val="0"/>
              </a:spcAft>
              <a:buSzPts val="1400"/>
              <a:buFont typeface="Outfit"/>
              <a:buChar char="●"/>
              <a:defRPr sz="1400">
                <a:latin typeface="Outfit"/>
                <a:ea typeface="Outfit"/>
                <a:cs typeface="Outfit"/>
                <a:sym typeface="Outfit"/>
              </a:defRPr>
            </a:lvl7pPr>
            <a:lvl8pPr indent="-317500" lvl="7" marL="3657600">
              <a:lnSpc>
                <a:spcPct val="90000"/>
              </a:lnSpc>
              <a:spcBef>
                <a:spcPts val="0"/>
              </a:spcBef>
              <a:spcAft>
                <a:spcPts val="0"/>
              </a:spcAft>
              <a:buSzPts val="1400"/>
              <a:buFont typeface="Outfit"/>
              <a:buChar char="○"/>
              <a:defRPr sz="1400">
                <a:latin typeface="Outfit"/>
                <a:ea typeface="Outfit"/>
                <a:cs typeface="Outfit"/>
                <a:sym typeface="Outfit"/>
              </a:defRPr>
            </a:lvl8pPr>
            <a:lvl9pPr indent="-317500" lvl="8" marL="4114800">
              <a:lnSpc>
                <a:spcPct val="90000"/>
              </a:lnSpc>
              <a:spcBef>
                <a:spcPts val="0"/>
              </a:spcBef>
              <a:spcAft>
                <a:spcPts val="0"/>
              </a:spcAft>
              <a:buSzPts val="1400"/>
              <a:buFont typeface="Outfit"/>
              <a:buChar char="■"/>
              <a:defRPr sz="1400">
                <a:latin typeface="Outfit"/>
                <a:ea typeface="Outfit"/>
                <a:cs typeface="Outfit"/>
                <a:sym typeface="Outfit"/>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 Alt 3">
  <p:cSld name="CUSTOM_10">
    <p:spTree>
      <p:nvGrpSpPr>
        <p:cNvPr id="81" name="Shape 81"/>
        <p:cNvGrpSpPr/>
        <p:nvPr/>
      </p:nvGrpSpPr>
      <p:grpSpPr>
        <a:xfrm>
          <a:off x="0" y="0"/>
          <a:ext cx="0" cy="0"/>
          <a:chOff x="0" y="0"/>
          <a:chExt cx="0" cy="0"/>
        </a:xfrm>
      </p:grpSpPr>
      <p:sp>
        <p:nvSpPr>
          <p:cNvPr id="82" name="Google Shape;82;p11"/>
          <p:cNvSpPr txBox="1"/>
          <p:nvPr>
            <p:ph idx="1" type="subTitle"/>
          </p:nvPr>
        </p:nvSpPr>
        <p:spPr>
          <a:xfrm>
            <a:off x="284798" y="282900"/>
            <a:ext cx="1207200" cy="368100"/>
          </a:xfrm>
          <a:prstGeom prst="rect">
            <a:avLst/>
          </a:prstGeom>
        </p:spPr>
        <p:txBody>
          <a:bodyPr anchorCtr="0" anchor="ctr" bIns="0" lIns="0" spcFirstLastPara="1" rIns="0" wrap="square" tIns="0">
            <a:noAutofit/>
          </a:bodyPr>
          <a:lstStyle>
            <a:lvl1pPr lvl="0" algn="ctr">
              <a:lnSpc>
                <a:spcPct val="115000"/>
              </a:lnSpc>
              <a:spcBef>
                <a:spcPts val="0"/>
              </a:spcBef>
              <a:spcAft>
                <a:spcPts val="0"/>
              </a:spcAft>
              <a:buNone/>
              <a:defRPr sz="800"/>
            </a:lvl1pPr>
            <a:lvl2pPr lvl="1" algn="ctr">
              <a:spcBef>
                <a:spcPts val="0"/>
              </a:spcBef>
              <a:spcAft>
                <a:spcPts val="0"/>
              </a:spcAft>
              <a:buSzPts val="800"/>
              <a:buNone/>
              <a:defRPr sz="800"/>
            </a:lvl2pPr>
            <a:lvl3pPr lvl="2" algn="ctr">
              <a:spcBef>
                <a:spcPts val="0"/>
              </a:spcBef>
              <a:spcAft>
                <a:spcPts val="0"/>
              </a:spcAft>
              <a:buSzPts val="800"/>
              <a:buNone/>
              <a:defRPr sz="800"/>
            </a:lvl3pPr>
            <a:lvl4pPr lvl="3" algn="ctr">
              <a:spcBef>
                <a:spcPts val="0"/>
              </a:spcBef>
              <a:spcAft>
                <a:spcPts val="0"/>
              </a:spcAft>
              <a:buSzPts val="800"/>
              <a:buNone/>
              <a:defRPr sz="800"/>
            </a:lvl4pPr>
            <a:lvl5pPr lvl="4" algn="ctr">
              <a:spcBef>
                <a:spcPts val="0"/>
              </a:spcBef>
              <a:spcAft>
                <a:spcPts val="0"/>
              </a:spcAft>
              <a:buSzPts val="800"/>
              <a:buNone/>
              <a:defRPr sz="800"/>
            </a:lvl5pPr>
            <a:lvl6pPr lvl="5" algn="ctr">
              <a:spcBef>
                <a:spcPts val="0"/>
              </a:spcBef>
              <a:spcAft>
                <a:spcPts val="0"/>
              </a:spcAft>
              <a:buSzPts val="800"/>
              <a:buNone/>
              <a:defRPr sz="800"/>
            </a:lvl6pPr>
            <a:lvl7pPr lvl="6" algn="ctr">
              <a:spcBef>
                <a:spcPts val="0"/>
              </a:spcBef>
              <a:spcAft>
                <a:spcPts val="0"/>
              </a:spcAft>
              <a:buSzPts val="800"/>
              <a:buNone/>
              <a:defRPr sz="800"/>
            </a:lvl7pPr>
            <a:lvl8pPr lvl="7" algn="ctr">
              <a:spcBef>
                <a:spcPts val="0"/>
              </a:spcBef>
              <a:spcAft>
                <a:spcPts val="0"/>
              </a:spcAft>
              <a:buSzPts val="800"/>
              <a:buNone/>
              <a:defRPr sz="800"/>
            </a:lvl8pPr>
            <a:lvl9pPr lvl="8" algn="ctr">
              <a:spcBef>
                <a:spcPts val="0"/>
              </a:spcBef>
              <a:spcAft>
                <a:spcPts val="0"/>
              </a:spcAft>
              <a:buSzPts val="800"/>
              <a:buNone/>
              <a:defRPr sz="800"/>
            </a:lvl9pPr>
          </a:lstStyle>
          <a:p/>
        </p:txBody>
      </p:sp>
      <p:sp>
        <p:nvSpPr>
          <p:cNvPr id="83" name="Google Shape;83;p11"/>
          <p:cNvSpPr txBox="1"/>
          <p:nvPr>
            <p:ph idx="2" type="body"/>
          </p:nvPr>
        </p:nvSpPr>
        <p:spPr>
          <a:xfrm>
            <a:off x="4223075" y="3141232"/>
            <a:ext cx="2787600" cy="1223700"/>
          </a:xfrm>
          <a:prstGeom prst="rect">
            <a:avLst/>
          </a:prstGeom>
        </p:spPr>
        <p:txBody>
          <a:bodyPr anchorCtr="0" anchor="t" bIns="182875" lIns="164575" spcFirstLastPara="1" rIns="164575" wrap="square" tIns="0">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84" name="Google Shape;84;p11"/>
          <p:cNvSpPr txBox="1"/>
          <p:nvPr>
            <p:ph type="title"/>
          </p:nvPr>
        </p:nvSpPr>
        <p:spPr>
          <a:xfrm>
            <a:off x="4223075" y="2623350"/>
            <a:ext cx="2443500" cy="409500"/>
          </a:xfrm>
          <a:prstGeom prst="rect">
            <a:avLst/>
          </a:prstGeom>
        </p:spPr>
        <p:txBody>
          <a:bodyPr anchorCtr="0" anchor="t" bIns="0" lIns="164575" spcFirstLastPara="1" rIns="0" wrap="square" tIns="164575">
            <a:noAutofit/>
          </a:bodyPr>
          <a:lstStyle>
            <a:lvl1pPr lvl="0">
              <a:lnSpc>
                <a:spcPct val="115000"/>
              </a:lnSpc>
              <a:spcBef>
                <a:spcPts val="0"/>
              </a:spcBef>
              <a:spcAft>
                <a:spcPts val="0"/>
              </a:spcAft>
              <a:buNone/>
              <a:defRPr sz="1000">
                <a:latin typeface="Instrument Sans SemiBold"/>
                <a:ea typeface="Instrument Sans SemiBold"/>
                <a:cs typeface="Instrument Sans SemiBold"/>
                <a:sym typeface="Instrument Sans SemiBold"/>
              </a:defRPr>
            </a:lvl1pPr>
            <a:lvl2pPr lvl="1">
              <a:lnSpc>
                <a:spcPct val="115000"/>
              </a:lnSpc>
              <a:spcBef>
                <a:spcPts val="0"/>
              </a:spcBef>
              <a:spcAft>
                <a:spcPts val="0"/>
              </a:spcAft>
              <a:buNone/>
              <a:defRPr b="1" sz="1200">
                <a:solidFill>
                  <a:schemeClr val="lt2"/>
                </a:solidFill>
              </a:defRPr>
            </a:lvl2pPr>
            <a:lvl3pPr lvl="2">
              <a:lnSpc>
                <a:spcPct val="115000"/>
              </a:lnSpc>
              <a:spcBef>
                <a:spcPts val="0"/>
              </a:spcBef>
              <a:spcAft>
                <a:spcPts val="0"/>
              </a:spcAft>
              <a:buNone/>
              <a:defRPr b="1" sz="1200">
                <a:solidFill>
                  <a:schemeClr val="lt2"/>
                </a:solidFill>
              </a:defRPr>
            </a:lvl3pPr>
            <a:lvl4pPr lvl="3">
              <a:lnSpc>
                <a:spcPct val="115000"/>
              </a:lnSpc>
              <a:spcBef>
                <a:spcPts val="0"/>
              </a:spcBef>
              <a:spcAft>
                <a:spcPts val="0"/>
              </a:spcAft>
              <a:buNone/>
              <a:defRPr b="1" sz="1200">
                <a:solidFill>
                  <a:schemeClr val="lt2"/>
                </a:solidFill>
              </a:defRPr>
            </a:lvl4pPr>
            <a:lvl5pPr lvl="4">
              <a:lnSpc>
                <a:spcPct val="115000"/>
              </a:lnSpc>
              <a:spcBef>
                <a:spcPts val="0"/>
              </a:spcBef>
              <a:spcAft>
                <a:spcPts val="0"/>
              </a:spcAft>
              <a:buNone/>
              <a:defRPr b="1" sz="1200">
                <a:solidFill>
                  <a:schemeClr val="lt2"/>
                </a:solidFill>
              </a:defRPr>
            </a:lvl5pPr>
            <a:lvl6pPr lvl="5">
              <a:lnSpc>
                <a:spcPct val="115000"/>
              </a:lnSpc>
              <a:spcBef>
                <a:spcPts val="0"/>
              </a:spcBef>
              <a:spcAft>
                <a:spcPts val="0"/>
              </a:spcAft>
              <a:buNone/>
              <a:defRPr b="1" sz="1200">
                <a:solidFill>
                  <a:schemeClr val="lt2"/>
                </a:solidFill>
              </a:defRPr>
            </a:lvl6pPr>
            <a:lvl7pPr lvl="6">
              <a:lnSpc>
                <a:spcPct val="115000"/>
              </a:lnSpc>
              <a:spcBef>
                <a:spcPts val="0"/>
              </a:spcBef>
              <a:spcAft>
                <a:spcPts val="0"/>
              </a:spcAft>
              <a:buNone/>
              <a:defRPr b="1" sz="1200">
                <a:solidFill>
                  <a:schemeClr val="lt2"/>
                </a:solidFill>
              </a:defRPr>
            </a:lvl7pPr>
            <a:lvl8pPr lvl="7">
              <a:lnSpc>
                <a:spcPct val="115000"/>
              </a:lnSpc>
              <a:spcBef>
                <a:spcPts val="0"/>
              </a:spcBef>
              <a:spcAft>
                <a:spcPts val="0"/>
              </a:spcAft>
              <a:buNone/>
              <a:defRPr b="1" sz="1200">
                <a:solidFill>
                  <a:schemeClr val="lt2"/>
                </a:solidFill>
              </a:defRPr>
            </a:lvl8pPr>
            <a:lvl9pPr lvl="8">
              <a:lnSpc>
                <a:spcPct val="115000"/>
              </a:lnSpc>
              <a:spcBef>
                <a:spcPts val="0"/>
              </a:spcBef>
              <a:spcAft>
                <a:spcPts val="0"/>
              </a:spcAft>
              <a:buNone/>
              <a:defRPr b="1" sz="1200">
                <a:solidFill>
                  <a:schemeClr val="lt2"/>
                </a:solidFill>
              </a:defRPr>
            </a:lvl9pPr>
          </a:lstStyle>
          <a:p/>
        </p:txBody>
      </p:sp>
      <p:sp>
        <p:nvSpPr>
          <p:cNvPr id="85" name="Google Shape;85;p11"/>
          <p:cNvSpPr/>
          <p:nvPr>
            <p:ph idx="3" type="pic"/>
          </p:nvPr>
        </p:nvSpPr>
        <p:spPr>
          <a:xfrm>
            <a:off x="1901125" y="476725"/>
            <a:ext cx="383700" cy="398100"/>
          </a:xfrm>
          <a:prstGeom prst="roundRect">
            <a:avLst>
              <a:gd fmla="val 16667" name="adj"/>
            </a:avLst>
          </a:prstGeom>
          <a:noFill/>
          <a:ln>
            <a:noFill/>
          </a:ln>
        </p:spPr>
      </p:sp>
      <p:sp>
        <p:nvSpPr>
          <p:cNvPr id="86" name="Google Shape;86;p11"/>
          <p:cNvSpPr txBox="1"/>
          <p:nvPr>
            <p:ph idx="4" type="title"/>
          </p:nvPr>
        </p:nvSpPr>
        <p:spPr>
          <a:xfrm>
            <a:off x="3072075" y="282900"/>
            <a:ext cx="5787300" cy="2112300"/>
          </a:xfrm>
          <a:prstGeom prst="rect">
            <a:avLst/>
          </a:prstGeom>
        </p:spPr>
        <p:txBody>
          <a:bodyPr anchorCtr="0" anchor="t" bIns="0" lIns="182875" spcFirstLastPara="1" rIns="182875" wrap="square" tIns="182875">
            <a:spAutoFit/>
          </a:bodyPr>
          <a:lstStyle>
            <a:lvl1pPr lvl="0">
              <a:lnSpc>
                <a:spcPct val="90000"/>
              </a:lnSpc>
              <a:spcBef>
                <a:spcPts val="0"/>
              </a:spcBef>
              <a:spcAft>
                <a:spcPts val="0"/>
              </a:spcAft>
              <a:buNone/>
              <a:defRPr sz="2400"/>
            </a:lvl1pPr>
            <a:lvl2pPr lvl="1">
              <a:lnSpc>
                <a:spcPct val="115000"/>
              </a:lnSpc>
              <a:spcBef>
                <a:spcPts val="0"/>
              </a:spcBef>
              <a:spcAft>
                <a:spcPts val="0"/>
              </a:spcAft>
              <a:buNone/>
              <a:defRPr sz="2400"/>
            </a:lvl2pPr>
            <a:lvl3pPr lvl="2">
              <a:lnSpc>
                <a:spcPct val="115000"/>
              </a:lnSpc>
              <a:spcBef>
                <a:spcPts val="0"/>
              </a:spcBef>
              <a:spcAft>
                <a:spcPts val="0"/>
              </a:spcAft>
              <a:buNone/>
              <a:defRPr sz="2400"/>
            </a:lvl3pPr>
            <a:lvl4pPr lvl="3">
              <a:lnSpc>
                <a:spcPct val="115000"/>
              </a:lnSpc>
              <a:spcBef>
                <a:spcPts val="0"/>
              </a:spcBef>
              <a:spcAft>
                <a:spcPts val="0"/>
              </a:spcAft>
              <a:buNone/>
              <a:defRPr sz="2400"/>
            </a:lvl4pPr>
            <a:lvl5pPr lvl="4">
              <a:lnSpc>
                <a:spcPct val="115000"/>
              </a:lnSpc>
              <a:spcBef>
                <a:spcPts val="0"/>
              </a:spcBef>
              <a:spcAft>
                <a:spcPts val="0"/>
              </a:spcAft>
              <a:buNone/>
              <a:defRPr sz="2400"/>
            </a:lvl5pPr>
            <a:lvl6pPr lvl="5">
              <a:lnSpc>
                <a:spcPct val="115000"/>
              </a:lnSpc>
              <a:spcBef>
                <a:spcPts val="0"/>
              </a:spcBef>
              <a:spcAft>
                <a:spcPts val="0"/>
              </a:spcAft>
              <a:buNone/>
              <a:defRPr sz="2400"/>
            </a:lvl6pPr>
            <a:lvl7pPr lvl="6">
              <a:lnSpc>
                <a:spcPct val="115000"/>
              </a:lnSpc>
              <a:spcBef>
                <a:spcPts val="0"/>
              </a:spcBef>
              <a:spcAft>
                <a:spcPts val="0"/>
              </a:spcAft>
              <a:buNone/>
              <a:defRPr sz="2400"/>
            </a:lvl7pPr>
            <a:lvl8pPr lvl="7">
              <a:lnSpc>
                <a:spcPct val="115000"/>
              </a:lnSpc>
              <a:spcBef>
                <a:spcPts val="0"/>
              </a:spcBef>
              <a:spcAft>
                <a:spcPts val="0"/>
              </a:spcAft>
              <a:buNone/>
              <a:defRPr sz="2400"/>
            </a:lvl8pPr>
            <a:lvl9pPr lvl="8">
              <a:lnSpc>
                <a:spcPct val="115000"/>
              </a:lnSpc>
              <a:spcBef>
                <a:spcPts val="0"/>
              </a:spcBef>
              <a:spcAft>
                <a:spcPts val="0"/>
              </a:spcAft>
              <a:buNone/>
              <a:defRPr sz="2400"/>
            </a:lvl9pPr>
          </a:lstStyle>
          <a:p/>
        </p:txBody>
      </p:sp>
      <p:sp>
        <p:nvSpPr>
          <p:cNvPr id="87" name="Google Shape;87;p11"/>
          <p:cNvSpPr txBox="1"/>
          <p:nvPr>
            <p:ph idx="5" type="title"/>
          </p:nvPr>
        </p:nvSpPr>
        <p:spPr>
          <a:xfrm>
            <a:off x="1731400" y="3108325"/>
            <a:ext cx="2337000" cy="15267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1000">
                <a:latin typeface="Instrument Sans SemiBold"/>
                <a:ea typeface="Instrument Sans SemiBold"/>
                <a:cs typeface="Instrument Sans SemiBold"/>
                <a:sym typeface="Instrument Sans SemiBold"/>
              </a:defRPr>
            </a:lvl1pPr>
            <a:lvl2pPr lvl="1">
              <a:lnSpc>
                <a:spcPct val="115000"/>
              </a:lnSpc>
              <a:spcBef>
                <a:spcPts val="0"/>
              </a:spcBef>
              <a:spcAft>
                <a:spcPts val="0"/>
              </a:spcAft>
              <a:buNone/>
              <a:defRPr b="1" sz="1000">
                <a:solidFill>
                  <a:schemeClr val="lt2"/>
                </a:solidFill>
                <a:latin typeface="Instrument Sans"/>
                <a:ea typeface="Instrument Sans"/>
                <a:cs typeface="Instrument Sans"/>
                <a:sym typeface="Instrument Sans"/>
              </a:defRPr>
            </a:lvl2pPr>
            <a:lvl3pPr lvl="2">
              <a:lnSpc>
                <a:spcPct val="115000"/>
              </a:lnSpc>
              <a:spcBef>
                <a:spcPts val="0"/>
              </a:spcBef>
              <a:spcAft>
                <a:spcPts val="0"/>
              </a:spcAft>
              <a:buNone/>
              <a:defRPr b="1" sz="1000">
                <a:solidFill>
                  <a:schemeClr val="lt2"/>
                </a:solidFill>
                <a:latin typeface="Instrument Sans"/>
                <a:ea typeface="Instrument Sans"/>
                <a:cs typeface="Instrument Sans"/>
                <a:sym typeface="Instrument Sans"/>
              </a:defRPr>
            </a:lvl3pPr>
            <a:lvl4pPr lvl="3">
              <a:lnSpc>
                <a:spcPct val="115000"/>
              </a:lnSpc>
              <a:spcBef>
                <a:spcPts val="0"/>
              </a:spcBef>
              <a:spcAft>
                <a:spcPts val="0"/>
              </a:spcAft>
              <a:buNone/>
              <a:defRPr b="1" sz="1000">
                <a:solidFill>
                  <a:schemeClr val="lt2"/>
                </a:solidFill>
                <a:latin typeface="Instrument Sans"/>
                <a:ea typeface="Instrument Sans"/>
                <a:cs typeface="Instrument Sans"/>
                <a:sym typeface="Instrument Sans"/>
              </a:defRPr>
            </a:lvl4pPr>
            <a:lvl5pPr lvl="4">
              <a:lnSpc>
                <a:spcPct val="115000"/>
              </a:lnSpc>
              <a:spcBef>
                <a:spcPts val="0"/>
              </a:spcBef>
              <a:spcAft>
                <a:spcPts val="0"/>
              </a:spcAft>
              <a:buNone/>
              <a:defRPr b="1" sz="1000">
                <a:solidFill>
                  <a:schemeClr val="lt2"/>
                </a:solidFill>
                <a:latin typeface="Instrument Sans"/>
                <a:ea typeface="Instrument Sans"/>
                <a:cs typeface="Instrument Sans"/>
                <a:sym typeface="Instrument Sans"/>
              </a:defRPr>
            </a:lvl5pPr>
            <a:lvl6pPr lvl="5">
              <a:lnSpc>
                <a:spcPct val="115000"/>
              </a:lnSpc>
              <a:spcBef>
                <a:spcPts val="0"/>
              </a:spcBef>
              <a:spcAft>
                <a:spcPts val="0"/>
              </a:spcAft>
              <a:buNone/>
              <a:defRPr b="1" sz="1000">
                <a:solidFill>
                  <a:schemeClr val="lt2"/>
                </a:solidFill>
                <a:latin typeface="Instrument Sans"/>
                <a:ea typeface="Instrument Sans"/>
                <a:cs typeface="Instrument Sans"/>
                <a:sym typeface="Instrument Sans"/>
              </a:defRPr>
            </a:lvl6pPr>
            <a:lvl7pPr lvl="6">
              <a:lnSpc>
                <a:spcPct val="115000"/>
              </a:lnSpc>
              <a:spcBef>
                <a:spcPts val="0"/>
              </a:spcBef>
              <a:spcAft>
                <a:spcPts val="0"/>
              </a:spcAft>
              <a:buNone/>
              <a:defRPr b="1" sz="1000">
                <a:solidFill>
                  <a:schemeClr val="lt2"/>
                </a:solidFill>
                <a:latin typeface="Instrument Sans"/>
                <a:ea typeface="Instrument Sans"/>
                <a:cs typeface="Instrument Sans"/>
                <a:sym typeface="Instrument Sans"/>
              </a:defRPr>
            </a:lvl7pPr>
            <a:lvl8pPr lvl="7">
              <a:lnSpc>
                <a:spcPct val="115000"/>
              </a:lnSpc>
              <a:spcBef>
                <a:spcPts val="0"/>
              </a:spcBef>
              <a:spcAft>
                <a:spcPts val="0"/>
              </a:spcAft>
              <a:buNone/>
              <a:defRPr b="1" sz="1000">
                <a:solidFill>
                  <a:schemeClr val="lt2"/>
                </a:solidFill>
                <a:latin typeface="Instrument Sans"/>
                <a:ea typeface="Instrument Sans"/>
                <a:cs typeface="Instrument Sans"/>
                <a:sym typeface="Instrument Sans"/>
              </a:defRPr>
            </a:lvl8pPr>
            <a:lvl9pPr lvl="8">
              <a:lnSpc>
                <a:spcPct val="115000"/>
              </a:lnSpc>
              <a:spcBef>
                <a:spcPts val="0"/>
              </a:spcBef>
              <a:spcAft>
                <a:spcPts val="0"/>
              </a:spcAft>
              <a:buNone/>
              <a:defRPr b="1" sz="1000">
                <a:solidFill>
                  <a:schemeClr val="lt2"/>
                </a:solidFill>
                <a:latin typeface="Instrument Sans"/>
                <a:ea typeface="Instrument Sans"/>
                <a:cs typeface="Instrument Sans"/>
                <a:sym typeface="Instrument Sans"/>
              </a:defRPr>
            </a:lvl9pPr>
          </a:lstStyle>
          <a:p/>
        </p:txBody>
      </p:sp>
      <p:sp>
        <p:nvSpPr>
          <p:cNvPr id="88" name="Google Shape;88;p11"/>
          <p:cNvSpPr txBox="1"/>
          <p:nvPr>
            <p:ph idx="6" type="title"/>
          </p:nvPr>
        </p:nvSpPr>
        <p:spPr>
          <a:xfrm>
            <a:off x="7116525" y="2623350"/>
            <a:ext cx="1742400" cy="409500"/>
          </a:xfrm>
          <a:prstGeom prst="rect">
            <a:avLst/>
          </a:prstGeom>
        </p:spPr>
        <p:txBody>
          <a:bodyPr anchorCtr="0" anchor="t" bIns="0" lIns="164575" spcFirstLastPara="1" rIns="0" wrap="square" tIns="164575">
            <a:noAutofit/>
          </a:bodyPr>
          <a:lstStyle>
            <a:lvl1pPr lvl="0">
              <a:lnSpc>
                <a:spcPct val="115000"/>
              </a:lnSpc>
              <a:spcBef>
                <a:spcPts val="0"/>
              </a:spcBef>
              <a:spcAft>
                <a:spcPts val="0"/>
              </a:spcAft>
              <a:buNone/>
              <a:defRPr sz="1000">
                <a:latin typeface="Instrument Sans SemiBold"/>
                <a:ea typeface="Instrument Sans SemiBold"/>
                <a:cs typeface="Instrument Sans SemiBold"/>
                <a:sym typeface="Instrument Sans SemiBold"/>
              </a:defRPr>
            </a:lvl1pPr>
            <a:lvl2pPr lvl="1">
              <a:lnSpc>
                <a:spcPct val="115000"/>
              </a:lnSpc>
              <a:spcBef>
                <a:spcPts val="0"/>
              </a:spcBef>
              <a:spcAft>
                <a:spcPts val="0"/>
              </a:spcAft>
              <a:buNone/>
              <a:defRPr b="1" sz="1200">
                <a:solidFill>
                  <a:schemeClr val="lt2"/>
                </a:solidFill>
              </a:defRPr>
            </a:lvl2pPr>
            <a:lvl3pPr lvl="2">
              <a:lnSpc>
                <a:spcPct val="115000"/>
              </a:lnSpc>
              <a:spcBef>
                <a:spcPts val="0"/>
              </a:spcBef>
              <a:spcAft>
                <a:spcPts val="0"/>
              </a:spcAft>
              <a:buNone/>
              <a:defRPr b="1" sz="1200">
                <a:solidFill>
                  <a:schemeClr val="lt2"/>
                </a:solidFill>
              </a:defRPr>
            </a:lvl3pPr>
            <a:lvl4pPr lvl="3">
              <a:lnSpc>
                <a:spcPct val="115000"/>
              </a:lnSpc>
              <a:spcBef>
                <a:spcPts val="0"/>
              </a:spcBef>
              <a:spcAft>
                <a:spcPts val="0"/>
              </a:spcAft>
              <a:buNone/>
              <a:defRPr b="1" sz="1200">
                <a:solidFill>
                  <a:schemeClr val="lt2"/>
                </a:solidFill>
              </a:defRPr>
            </a:lvl4pPr>
            <a:lvl5pPr lvl="4">
              <a:lnSpc>
                <a:spcPct val="115000"/>
              </a:lnSpc>
              <a:spcBef>
                <a:spcPts val="0"/>
              </a:spcBef>
              <a:spcAft>
                <a:spcPts val="0"/>
              </a:spcAft>
              <a:buNone/>
              <a:defRPr b="1" sz="1200">
                <a:solidFill>
                  <a:schemeClr val="lt2"/>
                </a:solidFill>
              </a:defRPr>
            </a:lvl5pPr>
            <a:lvl6pPr lvl="5">
              <a:lnSpc>
                <a:spcPct val="115000"/>
              </a:lnSpc>
              <a:spcBef>
                <a:spcPts val="0"/>
              </a:spcBef>
              <a:spcAft>
                <a:spcPts val="0"/>
              </a:spcAft>
              <a:buNone/>
              <a:defRPr b="1" sz="1200">
                <a:solidFill>
                  <a:schemeClr val="lt2"/>
                </a:solidFill>
              </a:defRPr>
            </a:lvl6pPr>
            <a:lvl7pPr lvl="6">
              <a:lnSpc>
                <a:spcPct val="115000"/>
              </a:lnSpc>
              <a:spcBef>
                <a:spcPts val="0"/>
              </a:spcBef>
              <a:spcAft>
                <a:spcPts val="0"/>
              </a:spcAft>
              <a:buNone/>
              <a:defRPr b="1" sz="1200">
                <a:solidFill>
                  <a:schemeClr val="lt2"/>
                </a:solidFill>
              </a:defRPr>
            </a:lvl7pPr>
            <a:lvl8pPr lvl="7">
              <a:lnSpc>
                <a:spcPct val="115000"/>
              </a:lnSpc>
              <a:spcBef>
                <a:spcPts val="0"/>
              </a:spcBef>
              <a:spcAft>
                <a:spcPts val="0"/>
              </a:spcAft>
              <a:buNone/>
              <a:defRPr b="1" sz="1200">
                <a:solidFill>
                  <a:schemeClr val="lt2"/>
                </a:solidFill>
              </a:defRPr>
            </a:lvl8pPr>
            <a:lvl9pPr lvl="8">
              <a:lnSpc>
                <a:spcPct val="115000"/>
              </a:lnSpc>
              <a:spcBef>
                <a:spcPts val="0"/>
              </a:spcBef>
              <a:spcAft>
                <a:spcPts val="0"/>
              </a:spcAft>
              <a:buNone/>
              <a:defRPr b="1" sz="1200">
                <a:solidFill>
                  <a:schemeClr val="lt2"/>
                </a:solidFill>
              </a:defRPr>
            </a:lvl9pPr>
          </a:lstStyle>
          <a:p/>
        </p:txBody>
      </p:sp>
      <p:sp>
        <p:nvSpPr>
          <p:cNvPr id="89" name="Google Shape;89;p11"/>
          <p:cNvSpPr txBox="1"/>
          <p:nvPr>
            <p:ph idx="7" type="body"/>
          </p:nvPr>
        </p:nvSpPr>
        <p:spPr>
          <a:xfrm>
            <a:off x="7116525" y="3141225"/>
            <a:ext cx="1742400" cy="1223700"/>
          </a:xfrm>
          <a:prstGeom prst="rect">
            <a:avLst/>
          </a:prstGeom>
        </p:spPr>
        <p:txBody>
          <a:bodyPr anchorCtr="0" anchor="t" bIns="182875" lIns="164575" spcFirstLastPara="1" rIns="164575" wrap="square" tIns="0">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90" name="Google Shape;90;p11"/>
          <p:cNvSpPr txBox="1"/>
          <p:nvPr>
            <p:ph idx="8" type="subTitle"/>
          </p:nvPr>
        </p:nvSpPr>
        <p:spPr>
          <a:xfrm>
            <a:off x="1731400" y="4750800"/>
            <a:ext cx="1340700" cy="1032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600"/>
            </a:lvl1pPr>
            <a:lvl2pPr lvl="1">
              <a:spcBef>
                <a:spcPts val="0"/>
              </a:spcBef>
              <a:spcAft>
                <a:spcPts val="0"/>
              </a:spcAft>
              <a:buClr>
                <a:schemeClr val="lt1"/>
              </a:buClr>
              <a:buSzPts val="600"/>
              <a:buNone/>
              <a:defRPr sz="600"/>
            </a:lvl2pPr>
            <a:lvl3pPr lvl="2">
              <a:spcBef>
                <a:spcPts val="0"/>
              </a:spcBef>
              <a:spcAft>
                <a:spcPts val="0"/>
              </a:spcAft>
              <a:buClr>
                <a:schemeClr val="lt1"/>
              </a:buClr>
              <a:buSzPts val="600"/>
              <a:buNone/>
              <a:defRPr sz="600"/>
            </a:lvl3pPr>
            <a:lvl4pPr lvl="3">
              <a:spcBef>
                <a:spcPts val="0"/>
              </a:spcBef>
              <a:spcAft>
                <a:spcPts val="0"/>
              </a:spcAft>
              <a:buClr>
                <a:schemeClr val="lt1"/>
              </a:buClr>
              <a:buSzPts val="600"/>
              <a:buNone/>
              <a:defRPr sz="600"/>
            </a:lvl4pPr>
            <a:lvl5pPr lvl="4">
              <a:spcBef>
                <a:spcPts val="0"/>
              </a:spcBef>
              <a:spcAft>
                <a:spcPts val="0"/>
              </a:spcAft>
              <a:buClr>
                <a:schemeClr val="lt1"/>
              </a:buClr>
              <a:buSzPts val="600"/>
              <a:buNone/>
              <a:defRPr sz="600"/>
            </a:lvl5pPr>
            <a:lvl6pPr lvl="5">
              <a:spcBef>
                <a:spcPts val="0"/>
              </a:spcBef>
              <a:spcAft>
                <a:spcPts val="0"/>
              </a:spcAft>
              <a:buClr>
                <a:schemeClr val="lt1"/>
              </a:buClr>
              <a:buSzPts val="600"/>
              <a:buNone/>
              <a:defRPr sz="600"/>
            </a:lvl6pPr>
            <a:lvl7pPr lvl="6">
              <a:spcBef>
                <a:spcPts val="0"/>
              </a:spcBef>
              <a:spcAft>
                <a:spcPts val="0"/>
              </a:spcAft>
              <a:buClr>
                <a:schemeClr val="lt1"/>
              </a:buClr>
              <a:buSzPts val="600"/>
              <a:buNone/>
              <a:defRPr sz="600"/>
            </a:lvl7pPr>
            <a:lvl8pPr lvl="7">
              <a:spcBef>
                <a:spcPts val="0"/>
              </a:spcBef>
              <a:spcAft>
                <a:spcPts val="0"/>
              </a:spcAft>
              <a:buClr>
                <a:schemeClr val="lt1"/>
              </a:buClr>
              <a:buSzPts val="600"/>
              <a:buNone/>
              <a:defRPr sz="600"/>
            </a:lvl8pPr>
            <a:lvl9pPr lvl="8">
              <a:spcBef>
                <a:spcPts val="0"/>
              </a:spcBef>
              <a:spcAft>
                <a:spcPts val="0"/>
              </a:spcAft>
              <a:buClr>
                <a:schemeClr val="lt1"/>
              </a:buClr>
              <a:buSzPts val="600"/>
              <a:buNone/>
              <a:defRPr sz="600"/>
            </a:lvl9pPr>
          </a:lstStyle>
          <a:p/>
        </p:txBody>
      </p:sp>
      <p:sp>
        <p:nvSpPr>
          <p:cNvPr id="91" name="Google Shape;91;p11"/>
          <p:cNvSpPr txBox="1"/>
          <p:nvPr>
            <p:ph idx="9" type="subTitle"/>
          </p:nvPr>
        </p:nvSpPr>
        <p:spPr>
          <a:xfrm>
            <a:off x="7518500" y="4750800"/>
            <a:ext cx="1340700" cy="103200"/>
          </a:xfrm>
          <a:prstGeom prst="rect">
            <a:avLst/>
          </a:prstGeom>
        </p:spPr>
        <p:txBody>
          <a:bodyPr anchorCtr="0" anchor="t" bIns="0" lIns="0" spcFirstLastPara="1" rIns="0" wrap="square" tIns="0">
            <a:noAutofit/>
          </a:bodyPr>
          <a:lstStyle>
            <a:lvl1pPr lvl="0" algn="r">
              <a:lnSpc>
                <a:spcPct val="115000"/>
              </a:lnSpc>
              <a:spcBef>
                <a:spcPts val="0"/>
              </a:spcBef>
              <a:spcAft>
                <a:spcPts val="0"/>
              </a:spcAft>
              <a:buNone/>
              <a:defRPr sz="600"/>
            </a:lvl1pPr>
            <a:lvl2pPr lvl="1" algn="r">
              <a:spcBef>
                <a:spcPts val="0"/>
              </a:spcBef>
              <a:spcAft>
                <a:spcPts val="0"/>
              </a:spcAft>
              <a:buClr>
                <a:schemeClr val="lt1"/>
              </a:buClr>
              <a:buSzPts val="600"/>
              <a:buNone/>
              <a:defRPr sz="600"/>
            </a:lvl2pPr>
            <a:lvl3pPr lvl="2" algn="r">
              <a:spcBef>
                <a:spcPts val="0"/>
              </a:spcBef>
              <a:spcAft>
                <a:spcPts val="0"/>
              </a:spcAft>
              <a:buClr>
                <a:schemeClr val="lt1"/>
              </a:buClr>
              <a:buSzPts val="600"/>
              <a:buNone/>
              <a:defRPr sz="600"/>
            </a:lvl3pPr>
            <a:lvl4pPr lvl="3" algn="r">
              <a:spcBef>
                <a:spcPts val="0"/>
              </a:spcBef>
              <a:spcAft>
                <a:spcPts val="0"/>
              </a:spcAft>
              <a:buClr>
                <a:schemeClr val="lt1"/>
              </a:buClr>
              <a:buSzPts val="600"/>
              <a:buNone/>
              <a:defRPr sz="600"/>
            </a:lvl4pPr>
            <a:lvl5pPr lvl="4" algn="r">
              <a:spcBef>
                <a:spcPts val="0"/>
              </a:spcBef>
              <a:spcAft>
                <a:spcPts val="0"/>
              </a:spcAft>
              <a:buClr>
                <a:schemeClr val="lt1"/>
              </a:buClr>
              <a:buSzPts val="600"/>
              <a:buNone/>
              <a:defRPr sz="600"/>
            </a:lvl5pPr>
            <a:lvl6pPr lvl="5" algn="r">
              <a:spcBef>
                <a:spcPts val="0"/>
              </a:spcBef>
              <a:spcAft>
                <a:spcPts val="0"/>
              </a:spcAft>
              <a:buClr>
                <a:schemeClr val="lt1"/>
              </a:buClr>
              <a:buSzPts val="600"/>
              <a:buNone/>
              <a:defRPr sz="600"/>
            </a:lvl6pPr>
            <a:lvl7pPr lvl="6" algn="r">
              <a:spcBef>
                <a:spcPts val="0"/>
              </a:spcBef>
              <a:spcAft>
                <a:spcPts val="0"/>
              </a:spcAft>
              <a:buClr>
                <a:schemeClr val="lt1"/>
              </a:buClr>
              <a:buSzPts val="600"/>
              <a:buNone/>
              <a:defRPr sz="600"/>
            </a:lvl7pPr>
            <a:lvl8pPr lvl="7" algn="r">
              <a:spcBef>
                <a:spcPts val="0"/>
              </a:spcBef>
              <a:spcAft>
                <a:spcPts val="0"/>
              </a:spcAft>
              <a:buClr>
                <a:schemeClr val="lt1"/>
              </a:buClr>
              <a:buSzPts val="600"/>
              <a:buNone/>
              <a:defRPr sz="600"/>
            </a:lvl8pPr>
            <a:lvl9pPr lvl="8" algn="r">
              <a:spcBef>
                <a:spcPts val="0"/>
              </a:spcBef>
              <a:spcAft>
                <a:spcPts val="0"/>
              </a:spcAft>
              <a:buClr>
                <a:schemeClr val="lt1"/>
              </a:buClr>
              <a:buSzPts val="600"/>
              <a:buNone/>
              <a:defRPr sz="6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3">
  <p:cSld name="BLANK_1_1_1_1_1_1_1_1_1_1_1_1_1_1_3">
    <p:spTree>
      <p:nvGrpSpPr>
        <p:cNvPr id="92" name="Shape 92"/>
        <p:cNvGrpSpPr/>
        <p:nvPr/>
      </p:nvGrpSpPr>
      <p:grpSpPr>
        <a:xfrm>
          <a:off x="0" y="0"/>
          <a:ext cx="0" cy="0"/>
          <a:chOff x="0" y="0"/>
          <a:chExt cx="0" cy="0"/>
        </a:xfrm>
      </p:grpSpPr>
      <p:sp>
        <p:nvSpPr>
          <p:cNvPr id="93" name="Google Shape;93;p12"/>
          <p:cNvSpPr txBox="1"/>
          <p:nvPr>
            <p:ph type="title"/>
          </p:nvPr>
        </p:nvSpPr>
        <p:spPr>
          <a:xfrm>
            <a:off x="1731400" y="435300"/>
            <a:ext cx="3510600" cy="11169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94" name="Google Shape;94;p12"/>
          <p:cNvSpPr txBox="1"/>
          <p:nvPr>
            <p:ph idx="1" type="body"/>
          </p:nvPr>
        </p:nvSpPr>
        <p:spPr>
          <a:xfrm>
            <a:off x="5348925" y="779548"/>
            <a:ext cx="3510600" cy="783300"/>
          </a:xfrm>
          <a:prstGeom prst="rect">
            <a:avLst/>
          </a:prstGeom>
        </p:spPr>
        <p:txBody>
          <a:bodyPr anchorCtr="0" anchor="t" bIns="0" lIns="182875" spcFirstLastPara="1" rIns="182875" wrap="square" tIns="0">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95" name="Google Shape;95;p12"/>
          <p:cNvSpPr txBox="1"/>
          <p:nvPr>
            <p:ph idx="2" type="title"/>
          </p:nvPr>
        </p:nvSpPr>
        <p:spPr>
          <a:xfrm>
            <a:off x="5348925" y="286031"/>
            <a:ext cx="3378900" cy="430800"/>
          </a:xfrm>
          <a:prstGeom prst="rect">
            <a:avLst/>
          </a:prstGeom>
        </p:spPr>
        <p:txBody>
          <a:bodyPr anchorCtr="0" anchor="t" bIns="0" lIns="182875" spcFirstLastPara="1" rIns="0" wrap="square" tIns="182875">
            <a:spAutoFit/>
          </a:bodyPr>
          <a:lstStyle>
            <a:lvl1pPr lvl="0">
              <a:lnSpc>
                <a:spcPct val="90000"/>
              </a:lnSpc>
              <a:spcBef>
                <a:spcPts val="0"/>
              </a:spcBef>
              <a:spcAft>
                <a:spcPts val="0"/>
              </a:spcAft>
              <a:buNone/>
              <a:defRPr sz="1200">
                <a:latin typeface="Outfit SemiBold"/>
                <a:ea typeface="Outfit SemiBold"/>
                <a:cs typeface="Outfit SemiBold"/>
                <a:sym typeface="Outfit SemiBold"/>
              </a:defRPr>
            </a:lvl1pPr>
            <a:lvl2pPr lvl="1">
              <a:lnSpc>
                <a:spcPct val="115000"/>
              </a:lnSpc>
              <a:spcBef>
                <a:spcPts val="0"/>
              </a:spcBef>
              <a:spcAft>
                <a:spcPts val="0"/>
              </a:spcAft>
              <a:buNone/>
              <a:defRPr sz="1800">
                <a:latin typeface="Outfit SemiBold"/>
                <a:ea typeface="Outfit SemiBold"/>
                <a:cs typeface="Outfit SemiBold"/>
                <a:sym typeface="Outfit SemiBold"/>
              </a:defRPr>
            </a:lvl2pPr>
            <a:lvl3pPr lvl="2">
              <a:lnSpc>
                <a:spcPct val="115000"/>
              </a:lnSpc>
              <a:spcBef>
                <a:spcPts val="0"/>
              </a:spcBef>
              <a:spcAft>
                <a:spcPts val="0"/>
              </a:spcAft>
              <a:buNone/>
              <a:defRPr sz="1800">
                <a:latin typeface="Outfit SemiBold"/>
                <a:ea typeface="Outfit SemiBold"/>
                <a:cs typeface="Outfit SemiBold"/>
                <a:sym typeface="Outfit SemiBold"/>
              </a:defRPr>
            </a:lvl3pPr>
            <a:lvl4pPr lvl="3">
              <a:lnSpc>
                <a:spcPct val="115000"/>
              </a:lnSpc>
              <a:spcBef>
                <a:spcPts val="0"/>
              </a:spcBef>
              <a:spcAft>
                <a:spcPts val="0"/>
              </a:spcAft>
              <a:buNone/>
              <a:defRPr sz="1800">
                <a:latin typeface="Outfit SemiBold"/>
                <a:ea typeface="Outfit SemiBold"/>
                <a:cs typeface="Outfit SemiBold"/>
                <a:sym typeface="Outfit SemiBold"/>
              </a:defRPr>
            </a:lvl4pPr>
            <a:lvl5pPr lvl="4">
              <a:lnSpc>
                <a:spcPct val="115000"/>
              </a:lnSpc>
              <a:spcBef>
                <a:spcPts val="0"/>
              </a:spcBef>
              <a:spcAft>
                <a:spcPts val="0"/>
              </a:spcAft>
              <a:buNone/>
              <a:defRPr sz="1800">
                <a:latin typeface="Outfit SemiBold"/>
                <a:ea typeface="Outfit SemiBold"/>
                <a:cs typeface="Outfit SemiBold"/>
                <a:sym typeface="Outfit SemiBold"/>
              </a:defRPr>
            </a:lvl5pPr>
            <a:lvl6pPr lvl="5">
              <a:lnSpc>
                <a:spcPct val="115000"/>
              </a:lnSpc>
              <a:spcBef>
                <a:spcPts val="0"/>
              </a:spcBef>
              <a:spcAft>
                <a:spcPts val="0"/>
              </a:spcAft>
              <a:buNone/>
              <a:defRPr sz="1800">
                <a:latin typeface="Outfit SemiBold"/>
                <a:ea typeface="Outfit SemiBold"/>
                <a:cs typeface="Outfit SemiBold"/>
                <a:sym typeface="Outfit SemiBold"/>
              </a:defRPr>
            </a:lvl6pPr>
            <a:lvl7pPr lvl="6">
              <a:lnSpc>
                <a:spcPct val="115000"/>
              </a:lnSpc>
              <a:spcBef>
                <a:spcPts val="0"/>
              </a:spcBef>
              <a:spcAft>
                <a:spcPts val="0"/>
              </a:spcAft>
              <a:buNone/>
              <a:defRPr sz="1800">
                <a:latin typeface="Outfit SemiBold"/>
                <a:ea typeface="Outfit SemiBold"/>
                <a:cs typeface="Outfit SemiBold"/>
                <a:sym typeface="Outfit SemiBold"/>
              </a:defRPr>
            </a:lvl7pPr>
            <a:lvl8pPr lvl="7">
              <a:lnSpc>
                <a:spcPct val="115000"/>
              </a:lnSpc>
              <a:spcBef>
                <a:spcPts val="0"/>
              </a:spcBef>
              <a:spcAft>
                <a:spcPts val="0"/>
              </a:spcAft>
              <a:buNone/>
              <a:defRPr sz="1800">
                <a:latin typeface="Outfit SemiBold"/>
                <a:ea typeface="Outfit SemiBold"/>
                <a:cs typeface="Outfit SemiBold"/>
                <a:sym typeface="Outfit SemiBold"/>
              </a:defRPr>
            </a:lvl8pPr>
            <a:lvl9pPr lvl="8">
              <a:lnSpc>
                <a:spcPct val="115000"/>
              </a:lnSpc>
              <a:spcBef>
                <a:spcPts val="0"/>
              </a:spcBef>
              <a:spcAft>
                <a:spcPts val="0"/>
              </a:spcAft>
              <a:buNone/>
              <a:defRPr sz="1800">
                <a:latin typeface="Outfit SemiBold"/>
                <a:ea typeface="Outfit SemiBold"/>
                <a:cs typeface="Outfit SemiBold"/>
                <a:sym typeface="Outfit SemiBold"/>
              </a:defRPr>
            </a:lvl9pPr>
          </a:lstStyle>
          <a:p/>
        </p:txBody>
      </p:sp>
      <p:sp>
        <p:nvSpPr>
          <p:cNvPr id="96" name="Google Shape;96;p12"/>
          <p:cNvSpPr txBox="1"/>
          <p:nvPr>
            <p:ph idx="3" type="body"/>
          </p:nvPr>
        </p:nvSpPr>
        <p:spPr>
          <a:xfrm>
            <a:off x="5348925" y="2225851"/>
            <a:ext cx="3510600" cy="783300"/>
          </a:xfrm>
          <a:prstGeom prst="rect">
            <a:avLst/>
          </a:prstGeom>
        </p:spPr>
        <p:txBody>
          <a:bodyPr anchorCtr="0" anchor="t" bIns="0" lIns="182875" spcFirstLastPara="1" rIns="182875" wrap="square" tIns="0">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97" name="Google Shape;97;p12"/>
          <p:cNvSpPr txBox="1"/>
          <p:nvPr>
            <p:ph idx="4" type="title"/>
          </p:nvPr>
        </p:nvSpPr>
        <p:spPr>
          <a:xfrm>
            <a:off x="5348925" y="1767224"/>
            <a:ext cx="3378900" cy="395700"/>
          </a:xfrm>
          <a:prstGeom prst="rect">
            <a:avLst/>
          </a:prstGeom>
        </p:spPr>
        <p:txBody>
          <a:bodyPr anchorCtr="0" anchor="t" bIns="0" lIns="182875" spcFirstLastPara="1" rIns="0" wrap="square" tIns="182875">
            <a:spAutoFit/>
          </a:bodyPr>
          <a:lstStyle>
            <a:lvl1pPr lvl="0">
              <a:lnSpc>
                <a:spcPct val="90000"/>
              </a:lnSpc>
              <a:spcBef>
                <a:spcPts val="0"/>
              </a:spcBef>
              <a:spcAft>
                <a:spcPts val="0"/>
              </a:spcAft>
              <a:buNone/>
              <a:defRPr sz="1200">
                <a:latin typeface="Outfit SemiBold"/>
                <a:ea typeface="Outfit SemiBold"/>
                <a:cs typeface="Outfit SemiBold"/>
                <a:sym typeface="Outfit SemiBold"/>
              </a:defRPr>
            </a:lvl1pPr>
            <a:lvl2pPr lvl="1">
              <a:lnSpc>
                <a:spcPct val="115000"/>
              </a:lnSpc>
              <a:spcBef>
                <a:spcPts val="0"/>
              </a:spcBef>
              <a:spcAft>
                <a:spcPts val="0"/>
              </a:spcAft>
              <a:buNone/>
              <a:defRPr sz="1800">
                <a:latin typeface="Outfit SemiBold"/>
                <a:ea typeface="Outfit SemiBold"/>
                <a:cs typeface="Outfit SemiBold"/>
                <a:sym typeface="Outfit SemiBold"/>
              </a:defRPr>
            </a:lvl2pPr>
            <a:lvl3pPr lvl="2">
              <a:lnSpc>
                <a:spcPct val="115000"/>
              </a:lnSpc>
              <a:spcBef>
                <a:spcPts val="0"/>
              </a:spcBef>
              <a:spcAft>
                <a:spcPts val="0"/>
              </a:spcAft>
              <a:buNone/>
              <a:defRPr sz="1800">
                <a:latin typeface="Outfit SemiBold"/>
                <a:ea typeface="Outfit SemiBold"/>
                <a:cs typeface="Outfit SemiBold"/>
                <a:sym typeface="Outfit SemiBold"/>
              </a:defRPr>
            </a:lvl3pPr>
            <a:lvl4pPr lvl="3">
              <a:lnSpc>
                <a:spcPct val="115000"/>
              </a:lnSpc>
              <a:spcBef>
                <a:spcPts val="0"/>
              </a:spcBef>
              <a:spcAft>
                <a:spcPts val="0"/>
              </a:spcAft>
              <a:buNone/>
              <a:defRPr sz="1800">
                <a:latin typeface="Outfit SemiBold"/>
                <a:ea typeface="Outfit SemiBold"/>
                <a:cs typeface="Outfit SemiBold"/>
                <a:sym typeface="Outfit SemiBold"/>
              </a:defRPr>
            </a:lvl4pPr>
            <a:lvl5pPr lvl="4">
              <a:lnSpc>
                <a:spcPct val="115000"/>
              </a:lnSpc>
              <a:spcBef>
                <a:spcPts val="0"/>
              </a:spcBef>
              <a:spcAft>
                <a:spcPts val="0"/>
              </a:spcAft>
              <a:buNone/>
              <a:defRPr sz="1800">
                <a:latin typeface="Outfit SemiBold"/>
                <a:ea typeface="Outfit SemiBold"/>
                <a:cs typeface="Outfit SemiBold"/>
                <a:sym typeface="Outfit SemiBold"/>
              </a:defRPr>
            </a:lvl5pPr>
            <a:lvl6pPr lvl="5">
              <a:lnSpc>
                <a:spcPct val="115000"/>
              </a:lnSpc>
              <a:spcBef>
                <a:spcPts val="0"/>
              </a:spcBef>
              <a:spcAft>
                <a:spcPts val="0"/>
              </a:spcAft>
              <a:buNone/>
              <a:defRPr sz="1800">
                <a:latin typeface="Outfit SemiBold"/>
                <a:ea typeface="Outfit SemiBold"/>
                <a:cs typeface="Outfit SemiBold"/>
                <a:sym typeface="Outfit SemiBold"/>
              </a:defRPr>
            </a:lvl6pPr>
            <a:lvl7pPr lvl="6">
              <a:lnSpc>
                <a:spcPct val="115000"/>
              </a:lnSpc>
              <a:spcBef>
                <a:spcPts val="0"/>
              </a:spcBef>
              <a:spcAft>
                <a:spcPts val="0"/>
              </a:spcAft>
              <a:buNone/>
              <a:defRPr sz="1800">
                <a:latin typeface="Outfit SemiBold"/>
                <a:ea typeface="Outfit SemiBold"/>
                <a:cs typeface="Outfit SemiBold"/>
                <a:sym typeface="Outfit SemiBold"/>
              </a:defRPr>
            </a:lvl7pPr>
            <a:lvl8pPr lvl="7">
              <a:lnSpc>
                <a:spcPct val="115000"/>
              </a:lnSpc>
              <a:spcBef>
                <a:spcPts val="0"/>
              </a:spcBef>
              <a:spcAft>
                <a:spcPts val="0"/>
              </a:spcAft>
              <a:buNone/>
              <a:defRPr sz="1800">
                <a:latin typeface="Outfit SemiBold"/>
                <a:ea typeface="Outfit SemiBold"/>
                <a:cs typeface="Outfit SemiBold"/>
                <a:sym typeface="Outfit SemiBold"/>
              </a:defRPr>
            </a:lvl8pPr>
            <a:lvl9pPr lvl="8">
              <a:lnSpc>
                <a:spcPct val="115000"/>
              </a:lnSpc>
              <a:spcBef>
                <a:spcPts val="0"/>
              </a:spcBef>
              <a:spcAft>
                <a:spcPts val="0"/>
              </a:spcAft>
              <a:buNone/>
              <a:defRPr sz="1800">
                <a:latin typeface="Outfit SemiBold"/>
                <a:ea typeface="Outfit SemiBold"/>
                <a:cs typeface="Outfit SemiBold"/>
                <a:sym typeface="Outfit SemiBold"/>
              </a:defRPr>
            </a:lvl9pPr>
          </a:lstStyle>
          <a:p/>
        </p:txBody>
      </p:sp>
      <p:sp>
        <p:nvSpPr>
          <p:cNvPr id="98" name="Google Shape;98;p12"/>
          <p:cNvSpPr txBox="1"/>
          <p:nvPr>
            <p:ph idx="5" type="body"/>
          </p:nvPr>
        </p:nvSpPr>
        <p:spPr>
          <a:xfrm>
            <a:off x="5348925" y="3672155"/>
            <a:ext cx="3510600" cy="783300"/>
          </a:xfrm>
          <a:prstGeom prst="rect">
            <a:avLst/>
          </a:prstGeom>
        </p:spPr>
        <p:txBody>
          <a:bodyPr anchorCtr="0" anchor="t" bIns="0" lIns="182875" spcFirstLastPara="1" rIns="182875" wrap="square" tIns="0">
            <a:noAutofit/>
          </a:bodyPr>
          <a:lstStyle>
            <a:lvl1pPr indent="-292100" lvl="0" marL="457200">
              <a:spcBef>
                <a:spcPts val="0"/>
              </a:spcBef>
              <a:spcAft>
                <a:spcPts val="0"/>
              </a:spcAft>
              <a:buClr>
                <a:schemeClr val="lt2"/>
              </a:buClr>
              <a:buSzPts val="1000"/>
              <a:buChar char="●"/>
              <a:defRPr sz="1000">
                <a:solidFill>
                  <a:schemeClr val="lt2"/>
                </a:solidFill>
              </a:defRPr>
            </a:lvl1pPr>
            <a:lvl2pPr indent="-292100" lvl="1" marL="914400">
              <a:spcBef>
                <a:spcPts val="0"/>
              </a:spcBef>
              <a:spcAft>
                <a:spcPts val="0"/>
              </a:spcAft>
              <a:buClr>
                <a:schemeClr val="lt2"/>
              </a:buClr>
              <a:buSzPts val="1000"/>
              <a:buChar char="○"/>
              <a:defRPr sz="1000">
                <a:solidFill>
                  <a:schemeClr val="lt2"/>
                </a:solidFill>
              </a:defRPr>
            </a:lvl2pPr>
            <a:lvl3pPr indent="-292100" lvl="2" marL="1371600">
              <a:spcBef>
                <a:spcPts val="0"/>
              </a:spcBef>
              <a:spcAft>
                <a:spcPts val="0"/>
              </a:spcAft>
              <a:buClr>
                <a:schemeClr val="lt2"/>
              </a:buClr>
              <a:buSzPts val="1000"/>
              <a:buChar char="■"/>
              <a:defRPr sz="1000">
                <a:solidFill>
                  <a:schemeClr val="lt2"/>
                </a:solidFill>
              </a:defRPr>
            </a:lvl3pPr>
            <a:lvl4pPr indent="-292100" lvl="3" marL="1828800">
              <a:spcBef>
                <a:spcPts val="0"/>
              </a:spcBef>
              <a:spcAft>
                <a:spcPts val="0"/>
              </a:spcAft>
              <a:buClr>
                <a:schemeClr val="lt2"/>
              </a:buClr>
              <a:buSzPts val="1000"/>
              <a:buChar char="●"/>
              <a:defRPr sz="1000">
                <a:solidFill>
                  <a:schemeClr val="lt2"/>
                </a:solidFill>
              </a:defRPr>
            </a:lvl4pPr>
            <a:lvl5pPr indent="-292100" lvl="4" marL="2286000">
              <a:spcBef>
                <a:spcPts val="0"/>
              </a:spcBef>
              <a:spcAft>
                <a:spcPts val="0"/>
              </a:spcAft>
              <a:buClr>
                <a:schemeClr val="lt2"/>
              </a:buClr>
              <a:buSzPts val="1000"/>
              <a:buChar char="○"/>
              <a:defRPr sz="1000">
                <a:solidFill>
                  <a:schemeClr val="lt2"/>
                </a:solidFill>
              </a:defRPr>
            </a:lvl5pPr>
            <a:lvl6pPr indent="-292100" lvl="5" marL="2743200">
              <a:spcBef>
                <a:spcPts val="0"/>
              </a:spcBef>
              <a:spcAft>
                <a:spcPts val="0"/>
              </a:spcAft>
              <a:buClr>
                <a:schemeClr val="lt2"/>
              </a:buClr>
              <a:buSzPts val="1000"/>
              <a:buChar char="■"/>
              <a:defRPr sz="1000">
                <a:solidFill>
                  <a:schemeClr val="lt2"/>
                </a:solidFill>
              </a:defRPr>
            </a:lvl6pPr>
            <a:lvl7pPr indent="-292100" lvl="6" marL="3200400">
              <a:spcBef>
                <a:spcPts val="0"/>
              </a:spcBef>
              <a:spcAft>
                <a:spcPts val="0"/>
              </a:spcAft>
              <a:buClr>
                <a:schemeClr val="lt2"/>
              </a:buClr>
              <a:buSzPts val="1000"/>
              <a:buChar char="●"/>
              <a:defRPr sz="1000">
                <a:solidFill>
                  <a:schemeClr val="lt2"/>
                </a:solidFill>
              </a:defRPr>
            </a:lvl7pPr>
            <a:lvl8pPr indent="-292100" lvl="7" marL="3657600">
              <a:spcBef>
                <a:spcPts val="0"/>
              </a:spcBef>
              <a:spcAft>
                <a:spcPts val="0"/>
              </a:spcAft>
              <a:buClr>
                <a:schemeClr val="lt2"/>
              </a:buClr>
              <a:buSzPts val="1000"/>
              <a:buChar char="○"/>
              <a:defRPr sz="1000">
                <a:solidFill>
                  <a:schemeClr val="lt2"/>
                </a:solidFill>
              </a:defRPr>
            </a:lvl8pPr>
            <a:lvl9pPr indent="-292100" lvl="8" marL="4114800">
              <a:spcBef>
                <a:spcPts val="0"/>
              </a:spcBef>
              <a:spcAft>
                <a:spcPts val="0"/>
              </a:spcAft>
              <a:buClr>
                <a:schemeClr val="lt2"/>
              </a:buClr>
              <a:buSzPts val="1000"/>
              <a:buChar char="■"/>
              <a:defRPr sz="1000">
                <a:solidFill>
                  <a:schemeClr val="lt2"/>
                </a:solidFill>
              </a:defRPr>
            </a:lvl9pPr>
          </a:lstStyle>
          <a:p/>
        </p:txBody>
      </p:sp>
      <p:sp>
        <p:nvSpPr>
          <p:cNvPr id="99" name="Google Shape;99;p12"/>
          <p:cNvSpPr txBox="1"/>
          <p:nvPr>
            <p:ph idx="6" type="title"/>
          </p:nvPr>
        </p:nvSpPr>
        <p:spPr>
          <a:xfrm>
            <a:off x="5348925" y="3251722"/>
            <a:ext cx="3378900" cy="357600"/>
          </a:xfrm>
          <a:prstGeom prst="rect">
            <a:avLst/>
          </a:prstGeom>
        </p:spPr>
        <p:txBody>
          <a:bodyPr anchorCtr="0" anchor="t" bIns="0" lIns="182875" spcFirstLastPara="1" rIns="0" wrap="square" tIns="182875">
            <a:spAutoFit/>
          </a:bodyPr>
          <a:lstStyle>
            <a:lvl1pPr lvl="0">
              <a:lnSpc>
                <a:spcPct val="90000"/>
              </a:lnSpc>
              <a:spcBef>
                <a:spcPts val="0"/>
              </a:spcBef>
              <a:spcAft>
                <a:spcPts val="0"/>
              </a:spcAft>
              <a:buNone/>
              <a:defRPr sz="1200">
                <a:solidFill>
                  <a:schemeClr val="lt2"/>
                </a:solidFill>
                <a:latin typeface="Outfit SemiBold"/>
                <a:ea typeface="Outfit SemiBold"/>
                <a:cs typeface="Outfit SemiBold"/>
                <a:sym typeface="Outfit SemiBold"/>
              </a:defRPr>
            </a:lvl1pPr>
            <a:lvl2pPr lvl="1">
              <a:lnSpc>
                <a:spcPct val="115000"/>
              </a:lnSpc>
              <a:spcBef>
                <a:spcPts val="0"/>
              </a:spcBef>
              <a:spcAft>
                <a:spcPts val="0"/>
              </a:spcAft>
              <a:buNone/>
              <a:defRPr sz="1800">
                <a:solidFill>
                  <a:schemeClr val="lt2"/>
                </a:solidFill>
                <a:latin typeface="Outfit SemiBold"/>
                <a:ea typeface="Outfit SemiBold"/>
                <a:cs typeface="Outfit SemiBold"/>
                <a:sym typeface="Outfit SemiBold"/>
              </a:defRPr>
            </a:lvl2pPr>
            <a:lvl3pPr lvl="2">
              <a:lnSpc>
                <a:spcPct val="115000"/>
              </a:lnSpc>
              <a:spcBef>
                <a:spcPts val="0"/>
              </a:spcBef>
              <a:spcAft>
                <a:spcPts val="0"/>
              </a:spcAft>
              <a:buNone/>
              <a:defRPr sz="1800">
                <a:solidFill>
                  <a:schemeClr val="lt2"/>
                </a:solidFill>
                <a:latin typeface="Outfit SemiBold"/>
                <a:ea typeface="Outfit SemiBold"/>
                <a:cs typeface="Outfit SemiBold"/>
                <a:sym typeface="Outfit SemiBold"/>
              </a:defRPr>
            </a:lvl3pPr>
            <a:lvl4pPr lvl="3">
              <a:lnSpc>
                <a:spcPct val="115000"/>
              </a:lnSpc>
              <a:spcBef>
                <a:spcPts val="0"/>
              </a:spcBef>
              <a:spcAft>
                <a:spcPts val="0"/>
              </a:spcAft>
              <a:buNone/>
              <a:defRPr sz="1800">
                <a:solidFill>
                  <a:schemeClr val="lt2"/>
                </a:solidFill>
                <a:latin typeface="Outfit SemiBold"/>
                <a:ea typeface="Outfit SemiBold"/>
                <a:cs typeface="Outfit SemiBold"/>
                <a:sym typeface="Outfit SemiBold"/>
              </a:defRPr>
            </a:lvl4pPr>
            <a:lvl5pPr lvl="4">
              <a:lnSpc>
                <a:spcPct val="115000"/>
              </a:lnSpc>
              <a:spcBef>
                <a:spcPts val="0"/>
              </a:spcBef>
              <a:spcAft>
                <a:spcPts val="0"/>
              </a:spcAft>
              <a:buNone/>
              <a:defRPr sz="1800">
                <a:solidFill>
                  <a:schemeClr val="lt2"/>
                </a:solidFill>
                <a:latin typeface="Outfit SemiBold"/>
                <a:ea typeface="Outfit SemiBold"/>
                <a:cs typeface="Outfit SemiBold"/>
                <a:sym typeface="Outfit SemiBold"/>
              </a:defRPr>
            </a:lvl5pPr>
            <a:lvl6pPr lvl="5">
              <a:lnSpc>
                <a:spcPct val="115000"/>
              </a:lnSpc>
              <a:spcBef>
                <a:spcPts val="0"/>
              </a:spcBef>
              <a:spcAft>
                <a:spcPts val="0"/>
              </a:spcAft>
              <a:buNone/>
              <a:defRPr sz="1800">
                <a:solidFill>
                  <a:schemeClr val="lt2"/>
                </a:solidFill>
                <a:latin typeface="Outfit SemiBold"/>
                <a:ea typeface="Outfit SemiBold"/>
                <a:cs typeface="Outfit SemiBold"/>
                <a:sym typeface="Outfit SemiBold"/>
              </a:defRPr>
            </a:lvl6pPr>
            <a:lvl7pPr lvl="6">
              <a:lnSpc>
                <a:spcPct val="115000"/>
              </a:lnSpc>
              <a:spcBef>
                <a:spcPts val="0"/>
              </a:spcBef>
              <a:spcAft>
                <a:spcPts val="0"/>
              </a:spcAft>
              <a:buNone/>
              <a:defRPr sz="1800">
                <a:solidFill>
                  <a:schemeClr val="lt2"/>
                </a:solidFill>
                <a:latin typeface="Outfit SemiBold"/>
                <a:ea typeface="Outfit SemiBold"/>
                <a:cs typeface="Outfit SemiBold"/>
                <a:sym typeface="Outfit SemiBold"/>
              </a:defRPr>
            </a:lvl7pPr>
            <a:lvl8pPr lvl="7">
              <a:lnSpc>
                <a:spcPct val="115000"/>
              </a:lnSpc>
              <a:spcBef>
                <a:spcPts val="0"/>
              </a:spcBef>
              <a:spcAft>
                <a:spcPts val="0"/>
              </a:spcAft>
              <a:buNone/>
              <a:defRPr sz="1800">
                <a:solidFill>
                  <a:schemeClr val="lt2"/>
                </a:solidFill>
                <a:latin typeface="Outfit SemiBold"/>
                <a:ea typeface="Outfit SemiBold"/>
                <a:cs typeface="Outfit SemiBold"/>
                <a:sym typeface="Outfit SemiBold"/>
              </a:defRPr>
            </a:lvl8pPr>
            <a:lvl9pPr lvl="8">
              <a:lnSpc>
                <a:spcPct val="115000"/>
              </a:lnSpc>
              <a:spcBef>
                <a:spcPts val="0"/>
              </a:spcBef>
              <a:spcAft>
                <a:spcPts val="0"/>
              </a:spcAft>
              <a:buNone/>
              <a:defRPr sz="1800">
                <a:solidFill>
                  <a:schemeClr val="lt2"/>
                </a:solidFill>
                <a:latin typeface="Outfit SemiBold"/>
                <a:ea typeface="Outfit SemiBold"/>
                <a:cs typeface="Outfit SemiBold"/>
                <a:sym typeface="Outfit SemiBold"/>
              </a:defRPr>
            </a:lvl9pPr>
          </a:lstStyle>
          <a:p/>
        </p:txBody>
      </p:sp>
      <p:sp>
        <p:nvSpPr>
          <p:cNvPr id="100" name="Google Shape;100;p12"/>
          <p:cNvSpPr txBox="1"/>
          <p:nvPr>
            <p:ph idx="7" type="subTitle"/>
          </p:nvPr>
        </p:nvSpPr>
        <p:spPr>
          <a:xfrm>
            <a:off x="284798" y="282900"/>
            <a:ext cx="1207200" cy="368100"/>
          </a:xfrm>
          <a:prstGeom prst="rect">
            <a:avLst/>
          </a:prstGeom>
        </p:spPr>
        <p:txBody>
          <a:bodyPr anchorCtr="0" anchor="ctr" bIns="0" lIns="0" spcFirstLastPara="1" rIns="0" wrap="square" tIns="0">
            <a:noAutofit/>
          </a:bodyPr>
          <a:lstStyle>
            <a:lvl1pPr lvl="0" algn="ctr">
              <a:lnSpc>
                <a:spcPct val="115000"/>
              </a:lnSpc>
              <a:spcBef>
                <a:spcPts val="0"/>
              </a:spcBef>
              <a:spcAft>
                <a:spcPts val="0"/>
              </a:spcAft>
              <a:buNone/>
              <a:defRPr sz="800"/>
            </a:lvl1pPr>
            <a:lvl2pPr lvl="1" algn="ctr">
              <a:spcBef>
                <a:spcPts val="0"/>
              </a:spcBef>
              <a:spcAft>
                <a:spcPts val="0"/>
              </a:spcAft>
              <a:buClr>
                <a:schemeClr val="lt1"/>
              </a:buClr>
              <a:buSzPts val="800"/>
              <a:buNone/>
              <a:defRPr sz="800"/>
            </a:lvl2pPr>
            <a:lvl3pPr lvl="2" algn="ctr">
              <a:spcBef>
                <a:spcPts val="0"/>
              </a:spcBef>
              <a:spcAft>
                <a:spcPts val="0"/>
              </a:spcAft>
              <a:buClr>
                <a:schemeClr val="lt1"/>
              </a:buClr>
              <a:buSzPts val="800"/>
              <a:buNone/>
              <a:defRPr sz="800"/>
            </a:lvl3pPr>
            <a:lvl4pPr lvl="3" algn="ctr">
              <a:spcBef>
                <a:spcPts val="0"/>
              </a:spcBef>
              <a:spcAft>
                <a:spcPts val="0"/>
              </a:spcAft>
              <a:buClr>
                <a:schemeClr val="lt1"/>
              </a:buClr>
              <a:buSzPts val="800"/>
              <a:buNone/>
              <a:defRPr sz="800"/>
            </a:lvl4pPr>
            <a:lvl5pPr lvl="4" algn="ctr">
              <a:spcBef>
                <a:spcPts val="0"/>
              </a:spcBef>
              <a:spcAft>
                <a:spcPts val="0"/>
              </a:spcAft>
              <a:buClr>
                <a:schemeClr val="lt1"/>
              </a:buClr>
              <a:buSzPts val="800"/>
              <a:buNone/>
              <a:defRPr sz="800"/>
            </a:lvl5pPr>
            <a:lvl6pPr lvl="5" algn="ctr">
              <a:spcBef>
                <a:spcPts val="0"/>
              </a:spcBef>
              <a:spcAft>
                <a:spcPts val="0"/>
              </a:spcAft>
              <a:buClr>
                <a:schemeClr val="lt1"/>
              </a:buClr>
              <a:buSzPts val="800"/>
              <a:buNone/>
              <a:defRPr sz="800"/>
            </a:lvl6pPr>
            <a:lvl7pPr lvl="6" algn="ctr">
              <a:spcBef>
                <a:spcPts val="0"/>
              </a:spcBef>
              <a:spcAft>
                <a:spcPts val="0"/>
              </a:spcAft>
              <a:buClr>
                <a:schemeClr val="lt1"/>
              </a:buClr>
              <a:buSzPts val="800"/>
              <a:buNone/>
              <a:defRPr sz="800"/>
            </a:lvl7pPr>
            <a:lvl8pPr lvl="7" algn="ctr">
              <a:spcBef>
                <a:spcPts val="0"/>
              </a:spcBef>
              <a:spcAft>
                <a:spcPts val="0"/>
              </a:spcAft>
              <a:buClr>
                <a:schemeClr val="lt1"/>
              </a:buClr>
              <a:buSzPts val="800"/>
              <a:buNone/>
              <a:defRPr sz="800"/>
            </a:lvl8pPr>
            <a:lvl9pPr lvl="8" algn="ctr">
              <a:spcBef>
                <a:spcPts val="0"/>
              </a:spcBef>
              <a:spcAft>
                <a:spcPts val="0"/>
              </a:spcAft>
              <a:buClr>
                <a:schemeClr val="lt1"/>
              </a:buClr>
              <a:buSzPts val="800"/>
              <a:buNone/>
              <a:defRPr sz="800"/>
            </a:lvl9pPr>
          </a:lstStyle>
          <a:p/>
        </p:txBody>
      </p:sp>
      <p:sp>
        <p:nvSpPr>
          <p:cNvPr id="101" name="Google Shape;101;p12"/>
          <p:cNvSpPr txBox="1"/>
          <p:nvPr>
            <p:ph idx="8" type="subTitle"/>
          </p:nvPr>
        </p:nvSpPr>
        <p:spPr>
          <a:xfrm>
            <a:off x="1731400" y="4750800"/>
            <a:ext cx="1340700" cy="1032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600"/>
            </a:lvl1pPr>
            <a:lvl2pPr lvl="1">
              <a:spcBef>
                <a:spcPts val="0"/>
              </a:spcBef>
              <a:spcAft>
                <a:spcPts val="0"/>
              </a:spcAft>
              <a:buClr>
                <a:schemeClr val="lt1"/>
              </a:buClr>
              <a:buSzPts val="600"/>
              <a:buNone/>
              <a:defRPr sz="600"/>
            </a:lvl2pPr>
            <a:lvl3pPr lvl="2">
              <a:spcBef>
                <a:spcPts val="0"/>
              </a:spcBef>
              <a:spcAft>
                <a:spcPts val="0"/>
              </a:spcAft>
              <a:buClr>
                <a:schemeClr val="lt1"/>
              </a:buClr>
              <a:buSzPts val="600"/>
              <a:buNone/>
              <a:defRPr sz="600"/>
            </a:lvl3pPr>
            <a:lvl4pPr lvl="3">
              <a:spcBef>
                <a:spcPts val="0"/>
              </a:spcBef>
              <a:spcAft>
                <a:spcPts val="0"/>
              </a:spcAft>
              <a:buClr>
                <a:schemeClr val="lt1"/>
              </a:buClr>
              <a:buSzPts val="600"/>
              <a:buNone/>
              <a:defRPr sz="600"/>
            </a:lvl4pPr>
            <a:lvl5pPr lvl="4">
              <a:spcBef>
                <a:spcPts val="0"/>
              </a:spcBef>
              <a:spcAft>
                <a:spcPts val="0"/>
              </a:spcAft>
              <a:buClr>
                <a:schemeClr val="lt1"/>
              </a:buClr>
              <a:buSzPts val="600"/>
              <a:buNone/>
              <a:defRPr sz="600"/>
            </a:lvl5pPr>
            <a:lvl6pPr lvl="5">
              <a:spcBef>
                <a:spcPts val="0"/>
              </a:spcBef>
              <a:spcAft>
                <a:spcPts val="0"/>
              </a:spcAft>
              <a:buClr>
                <a:schemeClr val="lt1"/>
              </a:buClr>
              <a:buSzPts val="600"/>
              <a:buNone/>
              <a:defRPr sz="600"/>
            </a:lvl6pPr>
            <a:lvl7pPr lvl="6">
              <a:spcBef>
                <a:spcPts val="0"/>
              </a:spcBef>
              <a:spcAft>
                <a:spcPts val="0"/>
              </a:spcAft>
              <a:buClr>
                <a:schemeClr val="lt1"/>
              </a:buClr>
              <a:buSzPts val="600"/>
              <a:buNone/>
              <a:defRPr sz="600"/>
            </a:lvl7pPr>
            <a:lvl8pPr lvl="7">
              <a:spcBef>
                <a:spcPts val="0"/>
              </a:spcBef>
              <a:spcAft>
                <a:spcPts val="0"/>
              </a:spcAft>
              <a:buClr>
                <a:schemeClr val="lt1"/>
              </a:buClr>
              <a:buSzPts val="600"/>
              <a:buNone/>
              <a:defRPr sz="600"/>
            </a:lvl8pPr>
            <a:lvl9pPr lvl="8">
              <a:spcBef>
                <a:spcPts val="0"/>
              </a:spcBef>
              <a:spcAft>
                <a:spcPts val="0"/>
              </a:spcAft>
              <a:buClr>
                <a:schemeClr val="lt1"/>
              </a:buClr>
              <a:buSzPts val="600"/>
              <a:buNone/>
              <a:defRPr sz="600"/>
            </a:lvl9pPr>
          </a:lstStyle>
          <a:p/>
        </p:txBody>
      </p:sp>
      <p:sp>
        <p:nvSpPr>
          <p:cNvPr id="102" name="Google Shape;102;p12"/>
          <p:cNvSpPr txBox="1"/>
          <p:nvPr>
            <p:ph idx="9" type="subTitle"/>
          </p:nvPr>
        </p:nvSpPr>
        <p:spPr>
          <a:xfrm>
            <a:off x="7518500" y="4750800"/>
            <a:ext cx="1340700" cy="103200"/>
          </a:xfrm>
          <a:prstGeom prst="rect">
            <a:avLst/>
          </a:prstGeom>
        </p:spPr>
        <p:txBody>
          <a:bodyPr anchorCtr="0" anchor="t" bIns="0" lIns="0" spcFirstLastPara="1" rIns="0" wrap="square" tIns="0">
            <a:noAutofit/>
          </a:bodyPr>
          <a:lstStyle>
            <a:lvl1pPr lvl="0" algn="r">
              <a:lnSpc>
                <a:spcPct val="115000"/>
              </a:lnSpc>
              <a:spcBef>
                <a:spcPts val="0"/>
              </a:spcBef>
              <a:spcAft>
                <a:spcPts val="0"/>
              </a:spcAft>
              <a:buNone/>
              <a:defRPr sz="600"/>
            </a:lvl1pPr>
            <a:lvl2pPr lvl="1" algn="r">
              <a:spcBef>
                <a:spcPts val="0"/>
              </a:spcBef>
              <a:spcAft>
                <a:spcPts val="0"/>
              </a:spcAft>
              <a:buClr>
                <a:schemeClr val="lt1"/>
              </a:buClr>
              <a:buSzPts val="600"/>
              <a:buNone/>
              <a:defRPr sz="600"/>
            </a:lvl2pPr>
            <a:lvl3pPr lvl="2" algn="r">
              <a:spcBef>
                <a:spcPts val="0"/>
              </a:spcBef>
              <a:spcAft>
                <a:spcPts val="0"/>
              </a:spcAft>
              <a:buClr>
                <a:schemeClr val="lt1"/>
              </a:buClr>
              <a:buSzPts val="600"/>
              <a:buNone/>
              <a:defRPr sz="600"/>
            </a:lvl3pPr>
            <a:lvl4pPr lvl="3" algn="r">
              <a:spcBef>
                <a:spcPts val="0"/>
              </a:spcBef>
              <a:spcAft>
                <a:spcPts val="0"/>
              </a:spcAft>
              <a:buClr>
                <a:schemeClr val="lt1"/>
              </a:buClr>
              <a:buSzPts val="600"/>
              <a:buNone/>
              <a:defRPr sz="600"/>
            </a:lvl4pPr>
            <a:lvl5pPr lvl="4" algn="r">
              <a:spcBef>
                <a:spcPts val="0"/>
              </a:spcBef>
              <a:spcAft>
                <a:spcPts val="0"/>
              </a:spcAft>
              <a:buClr>
                <a:schemeClr val="lt1"/>
              </a:buClr>
              <a:buSzPts val="600"/>
              <a:buNone/>
              <a:defRPr sz="600"/>
            </a:lvl5pPr>
            <a:lvl6pPr lvl="5" algn="r">
              <a:spcBef>
                <a:spcPts val="0"/>
              </a:spcBef>
              <a:spcAft>
                <a:spcPts val="0"/>
              </a:spcAft>
              <a:buClr>
                <a:schemeClr val="lt1"/>
              </a:buClr>
              <a:buSzPts val="600"/>
              <a:buNone/>
              <a:defRPr sz="600"/>
            </a:lvl6pPr>
            <a:lvl7pPr lvl="6" algn="r">
              <a:spcBef>
                <a:spcPts val="0"/>
              </a:spcBef>
              <a:spcAft>
                <a:spcPts val="0"/>
              </a:spcAft>
              <a:buClr>
                <a:schemeClr val="lt1"/>
              </a:buClr>
              <a:buSzPts val="600"/>
              <a:buNone/>
              <a:defRPr sz="600"/>
            </a:lvl7pPr>
            <a:lvl8pPr lvl="7" algn="r">
              <a:spcBef>
                <a:spcPts val="0"/>
              </a:spcBef>
              <a:spcAft>
                <a:spcPts val="0"/>
              </a:spcAft>
              <a:buClr>
                <a:schemeClr val="lt1"/>
              </a:buClr>
              <a:buSzPts val="600"/>
              <a:buNone/>
              <a:defRPr sz="600"/>
            </a:lvl8pPr>
            <a:lvl9pPr lvl="8" algn="r">
              <a:spcBef>
                <a:spcPts val="0"/>
              </a:spcBef>
              <a:spcAft>
                <a:spcPts val="0"/>
              </a:spcAft>
              <a:buClr>
                <a:schemeClr val="lt1"/>
              </a:buClr>
              <a:buSzPts val="600"/>
              <a:buNone/>
              <a:defRPr sz="600"/>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4">
  <p:cSld name="BLANK_1_1_1_1_1_1_1_1_1_1_1_1_1_1_4">
    <p:spTree>
      <p:nvGrpSpPr>
        <p:cNvPr id="103" name="Shape 103"/>
        <p:cNvGrpSpPr/>
        <p:nvPr/>
      </p:nvGrpSpPr>
      <p:grpSpPr>
        <a:xfrm>
          <a:off x="0" y="0"/>
          <a:ext cx="0" cy="0"/>
          <a:chOff x="0" y="0"/>
          <a:chExt cx="0" cy="0"/>
        </a:xfrm>
      </p:grpSpPr>
      <p:sp>
        <p:nvSpPr>
          <p:cNvPr id="104" name="Google Shape;104;p13"/>
          <p:cNvSpPr txBox="1"/>
          <p:nvPr>
            <p:ph idx="1" type="body"/>
          </p:nvPr>
        </p:nvSpPr>
        <p:spPr>
          <a:xfrm>
            <a:off x="6554750" y="2509703"/>
            <a:ext cx="2304900" cy="2125200"/>
          </a:xfrm>
          <a:prstGeom prst="rect">
            <a:avLst/>
          </a:prstGeom>
        </p:spPr>
        <p:txBody>
          <a:bodyPr anchorCtr="0" anchor="b" bIns="274300" lIns="182875" spcFirstLastPara="1" rIns="182875" wrap="square" tIns="0">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105" name="Google Shape;105;p13"/>
          <p:cNvSpPr txBox="1"/>
          <p:nvPr>
            <p:ph idx="2" type="body"/>
          </p:nvPr>
        </p:nvSpPr>
        <p:spPr>
          <a:xfrm>
            <a:off x="1731400" y="2509703"/>
            <a:ext cx="2304900" cy="2125200"/>
          </a:xfrm>
          <a:prstGeom prst="rect">
            <a:avLst/>
          </a:prstGeom>
        </p:spPr>
        <p:txBody>
          <a:bodyPr anchorCtr="0" anchor="b" bIns="274300" lIns="182875" spcFirstLastPara="1" rIns="182875" wrap="square" tIns="0">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106" name="Google Shape;106;p13"/>
          <p:cNvSpPr txBox="1"/>
          <p:nvPr>
            <p:ph idx="3" type="body"/>
          </p:nvPr>
        </p:nvSpPr>
        <p:spPr>
          <a:xfrm>
            <a:off x="4143075" y="2509703"/>
            <a:ext cx="2304900" cy="2125200"/>
          </a:xfrm>
          <a:prstGeom prst="rect">
            <a:avLst/>
          </a:prstGeom>
        </p:spPr>
        <p:txBody>
          <a:bodyPr anchorCtr="0" anchor="b" bIns="274300" lIns="182875" spcFirstLastPara="1" rIns="182875" wrap="square" tIns="0">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107" name="Google Shape;107;p13"/>
          <p:cNvSpPr txBox="1"/>
          <p:nvPr>
            <p:ph type="title"/>
          </p:nvPr>
        </p:nvSpPr>
        <p:spPr>
          <a:xfrm>
            <a:off x="1731400" y="806900"/>
            <a:ext cx="2064000" cy="267600"/>
          </a:xfrm>
          <a:prstGeom prst="rect">
            <a:avLst/>
          </a:prstGeom>
        </p:spPr>
        <p:txBody>
          <a:bodyPr anchorCtr="0" anchor="t" bIns="0" lIns="182875" spcFirstLastPara="1" rIns="182875" wrap="square" tIns="0">
            <a:spAutoFit/>
          </a:bodyPr>
          <a:lstStyle>
            <a:lvl1pPr lvl="0">
              <a:lnSpc>
                <a:spcPct val="90000"/>
              </a:lnSpc>
              <a:spcBef>
                <a:spcPts val="0"/>
              </a:spcBef>
              <a:spcAft>
                <a:spcPts val="0"/>
              </a:spcAft>
              <a:buNone/>
              <a:defRPr sz="1800"/>
            </a:lvl1pPr>
            <a:lvl2pPr lvl="1">
              <a:lnSpc>
                <a:spcPct val="115000"/>
              </a:lnSpc>
              <a:spcBef>
                <a:spcPts val="0"/>
              </a:spcBef>
              <a:spcAft>
                <a:spcPts val="0"/>
              </a:spcAft>
              <a:buNone/>
              <a:defRPr sz="1800"/>
            </a:lvl2pPr>
            <a:lvl3pPr lvl="2">
              <a:lnSpc>
                <a:spcPct val="115000"/>
              </a:lnSpc>
              <a:spcBef>
                <a:spcPts val="0"/>
              </a:spcBef>
              <a:spcAft>
                <a:spcPts val="0"/>
              </a:spcAft>
              <a:buNone/>
              <a:defRPr sz="1800"/>
            </a:lvl3pPr>
            <a:lvl4pPr lvl="3">
              <a:lnSpc>
                <a:spcPct val="115000"/>
              </a:lnSpc>
              <a:spcBef>
                <a:spcPts val="0"/>
              </a:spcBef>
              <a:spcAft>
                <a:spcPts val="0"/>
              </a:spcAft>
              <a:buNone/>
              <a:defRPr sz="1800"/>
            </a:lvl4pPr>
            <a:lvl5pPr lvl="4">
              <a:lnSpc>
                <a:spcPct val="115000"/>
              </a:lnSpc>
              <a:spcBef>
                <a:spcPts val="0"/>
              </a:spcBef>
              <a:spcAft>
                <a:spcPts val="0"/>
              </a:spcAft>
              <a:buNone/>
              <a:defRPr sz="1800"/>
            </a:lvl5pPr>
            <a:lvl6pPr lvl="5">
              <a:lnSpc>
                <a:spcPct val="115000"/>
              </a:lnSpc>
              <a:spcBef>
                <a:spcPts val="0"/>
              </a:spcBef>
              <a:spcAft>
                <a:spcPts val="0"/>
              </a:spcAft>
              <a:buNone/>
              <a:defRPr sz="1800"/>
            </a:lvl6pPr>
            <a:lvl7pPr lvl="6">
              <a:lnSpc>
                <a:spcPct val="115000"/>
              </a:lnSpc>
              <a:spcBef>
                <a:spcPts val="0"/>
              </a:spcBef>
              <a:spcAft>
                <a:spcPts val="0"/>
              </a:spcAft>
              <a:buNone/>
              <a:defRPr sz="1800"/>
            </a:lvl7pPr>
            <a:lvl8pPr lvl="7">
              <a:lnSpc>
                <a:spcPct val="115000"/>
              </a:lnSpc>
              <a:spcBef>
                <a:spcPts val="0"/>
              </a:spcBef>
              <a:spcAft>
                <a:spcPts val="0"/>
              </a:spcAft>
              <a:buNone/>
              <a:defRPr sz="1800"/>
            </a:lvl8pPr>
            <a:lvl9pPr lvl="8">
              <a:lnSpc>
                <a:spcPct val="115000"/>
              </a:lnSpc>
              <a:spcBef>
                <a:spcPts val="0"/>
              </a:spcBef>
              <a:spcAft>
                <a:spcPts val="0"/>
              </a:spcAft>
              <a:buNone/>
              <a:defRPr sz="1800"/>
            </a:lvl9pPr>
          </a:lstStyle>
          <a:p/>
        </p:txBody>
      </p:sp>
      <p:sp>
        <p:nvSpPr>
          <p:cNvPr id="108" name="Google Shape;108;p13"/>
          <p:cNvSpPr txBox="1"/>
          <p:nvPr>
            <p:ph idx="4" type="subTitle"/>
          </p:nvPr>
        </p:nvSpPr>
        <p:spPr>
          <a:xfrm>
            <a:off x="1731400" y="400075"/>
            <a:ext cx="1340700" cy="153900"/>
          </a:xfrm>
          <a:prstGeom prst="rect">
            <a:avLst/>
          </a:prstGeom>
        </p:spPr>
        <p:txBody>
          <a:bodyPr anchorCtr="0" anchor="t" bIns="0" lIns="182875" spcFirstLastPara="1" rIns="91425" wrap="square" tIns="0">
            <a:noAutofit/>
          </a:bodyPr>
          <a:lstStyle>
            <a:lvl1pPr lvl="0">
              <a:spcBef>
                <a:spcPts val="0"/>
              </a:spcBef>
              <a:spcAft>
                <a:spcPts val="0"/>
              </a:spcAft>
              <a:buNone/>
              <a:defRPr b="1" sz="1000">
                <a:latin typeface="Outfit"/>
                <a:ea typeface="Outfit"/>
                <a:cs typeface="Outfit"/>
                <a:sym typeface="Outfit"/>
              </a:defRPr>
            </a:lvl1pPr>
            <a:lvl2pPr lvl="1">
              <a:spcBef>
                <a:spcPts val="0"/>
              </a:spcBef>
              <a:spcAft>
                <a:spcPts val="0"/>
              </a:spcAft>
              <a:buSzPts val="1000"/>
              <a:buFont typeface="Outfit"/>
              <a:buNone/>
              <a:defRPr sz="1000">
                <a:latin typeface="Outfit"/>
                <a:ea typeface="Outfit"/>
                <a:cs typeface="Outfit"/>
                <a:sym typeface="Outfit"/>
              </a:defRPr>
            </a:lvl2pPr>
            <a:lvl3pPr lvl="2">
              <a:spcBef>
                <a:spcPts val="0"/>
              </a:spcBef>
              <a:spcAft>
                <a:spcPts val="0"/>
              </a:spcAft>
              <a:buSzPts val="1000"/>
              <a:buFont typeface="Outfit"/>
              <a:buNone/>
              <a:defRPr sz="1000">
                <a:latin typeface="Outfit"/>
                <a:ea typeface="Outfit"/>
                <a:cs typeface="Outfit"/>
                <a:sym typeface="Outfit"/>
              </a:defRPr>
            </a:lvl3pPr>
            <a:lvl4pPr lvl="3">
              <a:spcBef>
                <a:spcPts val="0"/>
              </a:spcBef>
              <a:spcAft>
                <a:spcPts val="0"/>
              </a:spcAft>
              <a:buSzPts val="1000"/>
              <a:buFont typeface="Outfit"/>
              <a:buNone/>
              <a:defRPr sz="1000">
                <a:latin typeface="Outfit"/>
                <a:ea typeface="Outfit"/>
                <a:cs typeface="Outfit"/>
                <a:sym typeface="Outfit"/>
              </a:defRPr>
            </a:lvl4pPr>
            <a:lvl5pPr lvl="4">
              <a:spcBef>
                <a:spcPts val="0"/>
              </a:spcBef>
              <a:spcAft>
                <a:spcPts val="0"/>
              </a:spcAft>
              <a:buSzPts val="1000"/>
              <a:buFont typeface="Outfit"/>
              <a:buNone/>
              <a:defRPr sz="1000">
                <a:latin typeface="Outfit"/>
                <a:ea typeface="Outfit"/>
                <a:cs typeface="Outfit"/>
                <a:sym typeface="Outfit"/>
              </a:defRPr>
            </a:lvl5pPr>
            <a:lvl6pPr lvl="5">
              <a:spcBef>
                <a:spcPts val="0"/>
              </a:spcBef>
              <a:spcAft>
                <a:spcPts val="0"/>
              </a:spcAft>
              <a:buSzPts val="1000"/>
              <a:buFont typeface="Outfit"/>
              <a:buNone/>
              <a:defRPr sz="1000">
                <a:latin typeface="Outfit"/>
                <a:ea typeface="Outfit"/>
                <a:cs typeface="Outfit"/>
                <a:sym typeface="Outfit"/>
              </a:defRPr>
            </a:lvl6pPr>
            <a:lvl7pPr lvl="6">
              <a:spcBef>
                <a:spcPts val="0"/>
              </a:spcBef>
              <a:spcAft>
                <a:spcPts val="0"/>
              </a:spcAft>
              <a:buSzPts val="1000"/>
              <a:buFont typeface="Outfit"/>
              <a:buNone/>
              <a:defRPr sz="1000">
                <a:latin typeface="Outfit"/>
                <a:ea typeface="Outfit"/>
                <a:cs typeface="Outfit"/>
                <a:sym typeface="Outfit"/>
              </a:defRPr>
            </a:lvl7pPr>
            <a:lvl8pPr lvl="7">
              <a:spcBef>
                <a:spcPts val="0"/>
              </a:spcBef>
              <a:spcAft>
                <a:spcPts val="0"/>
              </a:spcAft>
              <a:buSzPts val="1000"/>
              <a:buFont typeface="Outfit"/>
              <a:buNone/>
              <a:defRPr sz="1000">
                <a:latin typeface="Outfit"/>
                <a:ea typeface="Outfit"/>
                <a:cs typeface="Outfit"/>
                <a:sym typeface="Outfit"/>
              </a:defRPr>
            </a:lvl8pPr>
            <a:lvl9pPr lvl="8">
              <a:spcBef>
                <a:spcPts val="0"/>
              </a:spcBef>
              <a:spcAft>
                <a:spcPts val="0"/>
              </a:spcAft>
              <a:buSzPts val="1000"/>
              <a:buFont typeface="Outfit"/>
              <a:buNone/>
              <a:defRPr sz="1000">
                <a:latin typeface="Outfit"/>
                <a:ea typeface="Outfit"/>
                <a:cs typeface="Outfit"/>
                <a:sym typeface="Outfit"/>
              </a:defRPr>
            </a:lvl9pPr>
          </a:lstStyle>
          <a:p/>
        </p:txBody>
      </p:sp>
      <p:sp>
        <p:nvSpPr>
          <p:cNvPr id="109" name="Google Shape;109;p13"/>
          <p:cNvSpPr txBox="1"/>
          <p:nvPr>
            <p:ph idx="5" type="title"/>
          </p:nvPr>
        </p:nvSpPr>
        <p:spPr>
          <a:xfrm>
            <a:off x="4143075" y="806900"/>
            <a:ext cx="2064000" cy="267600"/>
          </a:xfrm>
          <a:prstGeom prst="rect">
            <a:avLst/>
          </a:prstGeom>
        </p:spPr>
        <p:txBody>
          <a:bodyPr anchorCtr="0" anchor="t" bIns="0" lIns="182875" spcFirstLastPara="1" rIns="182875" wrap="square" tIns="0">
            <a:spAutoFit/>
          </a:bodyPr>
          <a:lstStyle>
            <a:lvl1pPr lvl="0">
              <a:lnSpc>
                <a:spcPct val="90000"/>
              </a:lnSpc>
              <a:spcBef>
                <a:spcPts val="0"/>
              </a:spcBef>
              <a:spcAft>
                <a:spcPts val="0"/>
              </a:spcAft>
              <a:buNone/>
              <a:defRPr sz="1800"/>
            </a:lvl1pPr>
            <a:lvl2pPr lvl="1">
              <a:lnSpc>
                <a:spcPct val="115000"/>
              </a:lnSpc>
              <a:spcBef>
                <a:spcPts val="0"/>
              </a:spcBef>
              <a:spcAft>
                <a:spcPts val="0"/>
              </a:spcAft>
              <a:buNone/>
              <a:defRPr sz="1800"/>
            </a:lvl2pPr>
            <a:lvl3pPr lvl="2">
              <a:lnSpc>
                <a:spcPct val="115000"/>
              </a:lnSpc>
              <a:spcBef>
                <a:spcPts val="0"/>
              </a:spcBef>
              <a:spcAft>
                <a:spcPts val="0"/>
              </a:spcAft>
              <a:buNone/>
              <a:defRPr sz="1800"/>
            </a:lvl3pPr>
            <a:lvl4pPr lvl="3">
              <a:lnSpc>
                <a:spcPct val="115000"/>
              </a:lnSpc>
              <a:spcBef>
                <a:spcPts val="0"/>
              </a:spcBef>
              <a:spcAft>
                <a:spcPts val="0"/>
              </a:spcAft>
              <a:buNone/>
              <a:defRPr sz="1800"/>
            </a:lvl4pPr>
            <a:lvl5pPr lvl="4">
              <a:lnSpc>
                <a:spcPct val="115000"/>
              </a:lnSpc>
              <a:spcBef>
                <a:spcPts val="0"/>
              </a:spcBef>
              <a:spcAft>
                <a:spcPts val="0"/>
              </a:spcAft>
              <a:buNone/>
              <a:defRPr sz="1800"/>
            </a:lvl5pPr>
            <a:lvl6pPr lvl="5">
              <a:lnSpc>
                <a:spcPct val="115000"/>
              </a:lnSpc>
              <a:spcBef>
                <a:spcPts val="0"/>
              </a:spcBef>
              <a:spcAft>
                <a:spcPts val="0"/>
              </a:spcAft>
              <a:buNone/>
              <a:defRPr sz="1800"/>
            </a:lvl6pPr>
            <a:lvl7pPr lvl="6">
              <a:lnSpc>
                <a:spcPct val="115000"/>
              </a:lnSpc>
              <a:spcBef>
                <a:spcPts val="0"/>
              </a:spcBef>
              <a:spcAft>
                <a:spcPts val="0"/>
              </a:spcAft>
              <a:buNone/>
              <a:defRPr sz="1800"/>
            </a:lvl7pPr>
            <a:lvl8pPr lvl="7">
              <a:lnSpc>
                <a:spcPct val="115000"/>
              </a:lnSpc>
              <a:spcBef>
                <a:spcPts val="0"/>
              </a:spcBef>
              <a:spcAft>
                <a:spcPts val="0"/>
              </a:spcAft>
              <a:buNone/>
              <a:defRPr sz="1800"/>
            </a:lvl8pPr>
            <a:lvl9pPr lvl="8">
              <a:lnSpc>
                <a:spcPct val="115000"/>
              </a:lnSpc>
              <a:spcBef>
                <a:spcPts val="0"/>
              </a:spcBef>
              <a:spcAft>
                <a:spcPts val="0"/>
              </a:spcAft>
              <a:buNone/>
              <a:defRPr sz="1800"/>
            </a:lvl9pPr>
          </a:lstStyle>
          <a:p/>
        </p:txBody>
      </p:sp>
      <p:sp>
        <p:nvSpPr>
          <p:cNvPr id="110" name="Google Shape;110;p13"/>
          <p:cNvSpPr txBox="1"/>
          <p:nvPr>
            <p:ph idx="6" type="subTitle"/>
          </p:nvPr>
        </p:nvSpPr>
        <p:spPr>
          <a:xfrm>
            <a:off x="4143075" y="400075"/>
            <a:ext cx="1340700" cy="153900"/>
          </a:xfrm>
          <a:prstGeom prst="rect">
            <a:avLst/>
          </a:prstGeom>
        </p:spPr>
        <p:txBody>
          <a:bodyPr anchorCtr="0" anchor="t" bIns="0" lIns="182875" spcFirstLastPara="1" rIns="91425" wrap="square" tIns="0">
            <a:noAutofit/>
          </a:bodyPr>
          <a:lstStyle>
            <a:lvl1pPr lvl="0">
              <a:spcBef>
                <a:spcPts val="0"/>
              </a:spcBef>
              <a:spcAft>
                <a:spcPts val="0"/>
              </a:spcAft>
              <a:buNone/>
              <a:defRPr b="1" sz="1000">
                <a:latin typeface="Outfit"/>
                <a:ea typeface="Outfit"/>
                <a:cs typeface="Outfit"/>
                <a:sym typeface="Outfit"/>
              </a:defRPr>
            </a:lvl1pPr>
            <a:lvl2pPr lvl="1">
              <a:spcBef>
                <a:spcPts val="0"/>
              </a:spcBef>
              <a:spcAft>
                <a:spcPts val="0"/>
              </a:spcAft>
              <a:buSzPts val="1000"/>
              <a:buFont typeface="Outfit"/>
              <a:buNone/>
              <a:defRPr sz="1000">
                <a:latin typeface="Outfit"/>
                <a:ea typeface="Outfit"/>
                <a:cs typeface="Outfit"/>
                <a:sym typeface="Outfit"/>
              </a:defRPr>
            </a:lvl2pPr>
            <a:lvl3pPr lvl="2">
              <a:spcBef>
                <a:spcPts val="0"/>
              </a:spcBef>
              <a:spcAft>
                <a:spcPts val="0"/>
              </a:spcAft>
              <a:buSzPts val="1000"/>
              <a:buFont typeface="Outfit"/>
              <a:buNone/>
              <a:defRPr sz="1000">
                <a:latin typeface="Outfit"/>
                <a:ea typeface="Outfit"/>
                <a:cs typeface="Outfit"/>
                <a:sym typeface="Outfit"/>
              </a:defRPr>
            </a:lvl3pPr>
            <a:lvl4pPr lvl="3">
              <a:spcBef>
                <a:spcPts val="0"/>
              </a:spcBef>
              <a:spcAft>
                <a:spcPts val="0"/>
              </a:spcAft>
              <a:buSzPts val="1000"/>
              <a:buFont typeface="Outfit"/>
              <a:buNone/>
              <a:defRPr sz="1000">
                <a:latin typeface="Outfit"/>
                <a:ea typeface="Outfit"/>
                <a:cs typeface="Outfit"/>
                <a:sym typeface="Outfit"/>
              </a:defRPr>
            </a:lvl4pPr>
            <a:lvl5pPr lvl="4">
              <a:spcBef>
                <a:spcPts val="0"/>
              </a:spcBef>
              <a:spcAft>
                <a:spcPts val="0"/>
              </a:spcAft>
              <a:buSzPts val="1000"/>
              <a:buFont typeface="Outfit"/>
              <a:buNone/>
              <a:defRPr sz="1000">
                <a:latin typeface="Outfit"/>
                <a:ea typeface="Outfit"/>
                <a:cs typeface="Outfit"/>
                <a:sym typeface="Outfit"/>
              </a:defRPr>
            </a:lvl5pPr>
            <a:lvl6pPr lvl="5">
              <a:spcBef>
                <a:spcPts val="0"/>
              </a:spcBef>
              <a:spcAft>
                <a:spcPts val="0"/>
              </a:spcAft>
              <a:buSzPts val="1000"/>
              <a:buFont typeface="Outfit"/>
              <a:buNone/>
              <a:defRPr sz="1000">
                <a:latin typeface="Outfit"/>
                <a:ea typeface="Outfit"/>
                <a:cs typeface="Outfit"/>
                <a:sym typeface="Outfit"/>
              </a:defRPr>
            </a:lvl6pPr>
            <a:lvl7pPr lvl="6">
              <a:spcBef>
                <a:spcPts val="0"/>
              </a:spcBef>
              <a:spcAft>
                <a:spcPts val="0"/>
              </a:spcAft>
              <a:buSzPts val="1000"/>
              <a:buFont typeface="Outfit"/>
              <a:buNone/>
              <a:defRPr sz="1000">
                <a:latin typeface="Outfit"/>
                <a:ea typeface="Outfit"/>
                <a:cs typeface="Outfit"/>
                <a:sym typeface="Outfit"/>
              </a:defRPr>
            </a:lvl7pPr>
            <a:lvl8pPr lvl="7">
              <a:spcBef>
                <a:spcPts val="0"/>
              </a:spcBef>
              <a:spcAft>
                <a:spcPts val="0"/>
              </a:spcAft>
              <a:buSzPts val="1000"/>
              <a:buFont typeface="Outfit"/>
              <a:buNone/>
              <a:defRPr sz="1000">
                <a:latin typeface="Outfit"/>
                <a:ea typeface="Outfit"/>
                <a:cs typeface="Outfit"/>
                <a:sym typeface="Outfit"/>
              </a:defRPr>
            </a:lvl8pPr>
            <a:lvl9pPr lvl="8">
              <a:spcBef>
                <a:spcPts val="0"/>
              </a:spcBef>
              <a:spcAft>
                <a:spcPts val="0"/>
              </a:spcAft>
              <a:buSzPts val="1000"/>
              <a:buFont typeface="Outfit"/>
              <a:buNone/>
              <a:defRPr sz="1000">
                <a:latin typeface="Outfit"/>
                <a:ea typeface="Outfit"/>
                <a:cs typeface="Outfit"/>
                <a:sym typeface="Outfit"/>
              </a:defRPr>
            </a:lvl9pPr>
          </a:lstStyle>
          <a:p/>
        </p:txBody>
      </p:sp>
      <p:sp>
        <p:nvSpPr>
          <p:cNvPr id="111" name="Google Shape;111;p13"/>
          <p:cNvSpPr txBox="1"/>
          <p:nvPr>
            <p:ph idx="7" type="title"/>
          </p:nvPr>
        </p:nvSpPr>
        <p:spPr>
          <a:xfrm>
            <a:off x="6554750" y="806900"/>
            <a:ext cx="2064000" cy="267600"/>
          </a:xfrm>
          <a:prstGeom prst="rect">
            <a:avLst/>
          </a:prstGeom>
        </p:spPr>
        <p:txBody>
          <a:bodyPr anchorCtr="0" anchor="t" bIns="0" lIns="182875" spcFirstLastPara="1" rIns="182875" wrap="square" tIns="0">
            <a:spAutoFit/>
          </a:bodyPr>
          <a:lstStyle>
            <a:lvl1pPr lvl="0">
              <a:lnSpc>
                <a:spcPct val="90000"/>
              </a:lnSpc>
              <a:spcBef>
                <a:spcPts val="0"/>
              </a:spcBef>
              <a:spcAft>
                <a:spcPts val="0"/>
              </a:spcAft>
              <a:buNone/>
              <a:defRPr sz="1800"/>
            </a:lvl1pPr>
            <a:lvl2pPr lvl="1">
              <a:lnSpc>
                <a:spcPct val="115000"/>
              </a:lnSpc>
              <a:spcBef>
                <a:spcPts val="0"/>
              </a:spcBef>
              <a:spcAft>
                <a:spcPts val="0"/>
              </a:spcAft>
              <a:buNone/>
              <a:defRPr sz="1800"/>
            </a:lvl2pPr>
            <a:lvl3pPr lvl="2">
              <a:lnSpc>
                <a:spcPct val="115000"/>
              </a:lnSpc>
              <a:spcBef>
                <a:spcPts val="0"/>
              </a:spcBef>
              <a:spcAft>
                <a:spcPts val="0"/>
              </a:spcAft>
              <a:buNone/>
              <a:defRPr sz="1800"/>
            </a:lvl3pPr>
            <a:lvl4pPr lvl="3">
              <a:lnSpc>
                <a:spcPct val="115000"/>
              </a:lnSpc>
              <a:spcBef>
                <a:spcPts val="0"/>
              </a:spcBef>
              <a:spcAft>
                <a:spcPts val="0"/>
              </a:spcAft>
              <a:buNone/>
              <a:defRPr sz="1800"/>
            </a:lvl4pPr>
            <a:lvl5pPr lvl="4">
              <a:lnSpc>
                <a:spcPct val="115000"/>
              </a:lnSpc>
              <a:spcBef>
                <a:spcPts val="0"/>
              </a:spcBef>
              <a:spcAft>
                <a:spcPts val="0"/>
              </a:spcAft>
              <a:buNone/>
              <a:defRPr sz="1800"/>
            </a:lvl5pPr>
            <a:lvl6pPr lvl="5">
              <a:lnSpc>
                <a:spcPct val="115000"/>
              </a:lnSpc>
              <a:spcBef>
                <a:spcPts val="0"/>
              </a:spcBef>
              <a:spcAft>
                <a:spcPts val="0"/>
              </a:spcAft>
              <a:buNone/>
              <a:defRPr sz="1800"/>
            </a:lvl6pPr>
            <a:lvl7pPr lvl="6">
              <a:lnSpc>
                <a:spcPct val="115000"/>
              </a:lnSpc>
              <a:spcBef>
                <a:spcPts val="0"/>
              </a:spcBef>
              <a:spcAft>
                <a:spcPts val="0"/>
              </a:spcAft>
              <a:buNone/>
              <a:defRPr sz="1800"/>
            </a:lvl7pPr>
            <a:lvl8pPr lvl="7">
              <a:lnSpc>
                <a:spcPct val="115000"/>
              </a:lnSpc>
              <a:spcBef>
                <a:spcPts val="0"/>
              </a:spcBef>
              <a:spcAft>
                <a:spcPts val="0"/>
              </a:spcAft>
              <a:buNone/>
              <a:defRPr sz="1800"/>
            </a:lvl8pPr>
            <a:lvl9pPr lvl="8">
              <a:lnSpc>
                <a:spcPct val="115000"/>
              </a:lnSpc>
              <a:spcBef>
                <a:spcPts val="0"/>
              </a:spcBef>
              <a:spcAft>
                <a:spcPts val="0"/>
              </a:spcAft>
              <a:buNone/>
              <a:defRPr sz="1800"/>
            </a:lvl9pPr>
          </a:lstStyle>
          <a:p/>
        </p:txBody>
      </p:sp>
      <p:sp>
        <p:nvSpPr>
          <p:cNvPr id="112" name="Google Shape;112;p13"/>
          <p:cNvSpPr txBox="1"/>
          <p:nvPr>
            <p:ph idx="8" type="subTitle"/>
          </p:nvPr>
        </p:nvSpPr>
        <p:spPr>
          <a:xfrm>
            <a:off x="6554750" y="400075"/>
            <a:ext cx="1340700" cy="153900"/>
          </a:xfrm>
          <a:prstGeom prst="rect">
            <a:avLst/>
          </a:prstGeom>
        </p:spPr>
        <p:txBody>
          <a:bodyPr anchorCtr="0" anchor="t" bIns="0" lIns="182875" spcFirstLastPara="1" rIns="91425" wrap="square" tIns="0">
            <a:noAutofit/>
          </a:bodyPr>
          <a:lstStyle>
            <a:lvl1pPr lvl="0">
              <a:spcBef>
                <a:spcPts val="0"/>
              </a:spcBef>
              <a:spcAft>
                <a:spcPts val="0"/>
              </a:spcAft>
              <a:buNone/>
              <a:defRPr b="1" sz="1000">
                <a:latin typeface="Outfit"/>
                <a:ea typeface="Outfit"/>
                <a:cs typeface="Outfit"/>
                <a:sym typeface="Outfit"/>
              </a:defRPr>
            </a:lvl1pPr>
            <a:lvl2pPr lvl="1">
              <a:spcBef>
                <a:spcPts val="0"/>
              </a:spcBef>
              <a:spcAft>
                <a:spcPts val="0"/>
              </a:spcAft>
              <a:buSzPts val="1000"/>
              <a:buFont typeface="Outfit"/>
              <a:buNone/>
              <a:defRPr sz="1000">
                <a:latin typeface="Outfit"/>
                <a:ea typeface="Outfit"/>
                <a:cs typeface="Outfit"/>
                <a:sym typeface="Outfit"/>
              </a:defRPr>
            </a:lvl2pPr>
            <a:lvl3pPr lvl="2">
              <a:spcBef>
                <a:spcPts val="0"/>
              </a:spcBef>
              <a:spcAft>
                <a:spcPts val="0"/>
              </a:spcAft>
              <a:buSzPts val="1000"/>
              <a:buFont typeface="Outfit"/>
              <a:buNone/>
              <a:defRPr sz="1000">
                <a:latin typeface="Outfit"/>
                <a:ea typeface="Outfit"/>
                <a:cs typeface="Outfit"/>
                <a:sym typeface="Outfit"/>
              </a:defRPr>
            </a:lvl3pPr>
            <a:lvl4pPr lvl="3">
              <a:spcBef>
                <a:spcPts val="0"/>
              </a:spcBef>
              <a:spcAft>
                <a:spcPts val="0"/>
              </a:spcAft>
              <a:buSzPts val="1000"/>
              <a:buFont typeface="Outfit"/>
              <a:buNone/>
              <a:defRPr sz="1000">
                <a:latin typeface="Outfit"/>
                <a:ea typeface="Outfit"/>
                <a:cs typeface="Outfit"/>
                <a:sym typeface="Outfit"/>
              </a:defRPr>
            </a:lvl4pPr>
            <a:lvl5pPr lvl="4">
              <a:spcBef>
                <a:spcPts val="0"/>
              </a:spcBef>
              <a:spcAft>
                <a:spcPts val="0"/>
              </a:spcAft>
              <a:buSzPts val="1000"/>
              <a:buFont typeface="Outfit"/>
              <a:buNone/>
              <a:defRPr sz="1000">
                <a:latin typeface="Outfit"/>
                <a:ea typeface="Outfit"/>
                <a:cs typeface="Outfit"/>
                <a:sym typeface="Outfit"/>
              </a:defRPr>
            </a:lvl5pPr>
            <a:lvl6pPr lvl="5">
              <a:spcBef>
                <a:spcPts val="0"/>
              </a:spcBef>
              <a:spcAft>
                <a:spcPts val="0"/>
              </a:spcAft>
              <a:buSzPts val="1000"/>
              <a:buFont typeface="Outfit"/>
              <a:buNone/>
              <a:defRPr sz="1000">
                <a:latin typeface="Outfit"/>
                <a:ea typeface="Outfit"/>
                <a:cs typeface="Outfit"/>
                <a:sym typeface="Outfit"/>
              </a:defRPr>
            </a:lvl6pPr>
            <a:lvl7pPr lvl="6">
              <a:spcBef>
                <a:spcPts val="0"/>
              </a:spcBef>
              <a:spcAft>
                <a:spcPts val="0"/>
              </a:spcAft>
              <a:buSzPts val="1000"/>
              <a:buFont typeface="Outfit"/>
              <a:buNone/>
              <a:defRPr sz="1000">
                <a:latin typeface="Outfit"/>
                <a:ea typeface="Outfit"/>
                <a:cs typeface="Outfit"/>
                <a:sym typeface="Outfit"/>
              </a:defRPr>
            </a:lvl7pPr>
            <a:lvl8pPr lvl="7">
              <a:spcBef>
                <a:spcPts val="0"/>
              </a:spcBef>
              <a:spcAft>
                <a:spcPts val="0"/>
              </a:spcAft>
              <a:buSzPts val="1000"/>
              <a:buFont typeface="Outfit"/>
              <a:buNone/>
              <a:defRPr sz="1000">
                <a:latin typeface="Outfit"/>
                <a:ea typeface="Outfit"/>
                <a:cs typeface="Outfit"/>
                <a:sym typeface="Outfit"/>
              </a:defRPr>
            </a:lvl8pPr>
            <a:lvl9pPr lvl="8">
              <a:spcBef>
                <a:spcPts val="0"/>
              </a:spcBef>
              <a:spcAft>
                <a:spcPts val="0"/>
              </a:spcAft>
              <a:buSzPts val="1000"/>
              <a:buFont typeface="Outfit"/>
              <a:buNone/>
              <a:defRPr sz="1000">
                <a:latin typeface="Outfit"/>
                <a:ea typeface="Outfit"/>
                <a:cs typeface="Outfit"/>
                <a:sym typeface="Outfit"/>
              </a:defRPr>
            </a:lvl9pPr>
          </a:lstStyle>
          <a:p/>
        </p:txBody>
      </p:sp>
      <p:sp>
        <p:nvSpPr>
          <p:cNvPr id="113" name="Google Shape;113;p13"/>
          <p:cNvSpPr txBox="1"/>
          <p:nvPr>
            <p:ph idx="9" type="subTitle"/>
          </p:nvPr>
        </p:nvSpPr>
        <p:spPr>
          <a:xfrm>
            <a:off x="284798" y="282900"/>
            <a:ext cx="1207200" cy="368100"/>
          </a:xfrm>
          <a:prstGeom prst="rect">
            <a:avLst/>
          </a:prstGeom>
        </p:spPr>
        <p:txBody>
          <a:bodyPr anchorCtr="0" anchor="ctr" bIns="0" lIns="0" spcFirstLastPara="1" rIns="0" wrap="square" tIns="0">
            <a:noAutofit/>
          </a:bodyPr>
          <a:lstStyle>
            <a:lvl1pPr lvl="0" algn="ctr">
              <a:lnSpc>
                <a:spcPct val="115000"/>
              </a:lnSpc>
              <a:spcBef>
                <a:spcPts val="0"/>
              </a:spcBef>
              <a:spcAft>
                <a:spcPts val="0"/>
              </a:spcAft>
              <a:buNone/>
              <a:defRPr sz="800"/>
            </a:lvl1pPr>
            <a:lvl2pPr lvl="1" algn="ctr">
              <a:spcBef>
                <a:spcPts val="0"/>
              </a:spcBef>
              <a:spcAft>
                <a:spcPts val="0"/>
              </a:spcAft>
              <a:buClr>
                <a:schemeClr val="lt1"/>
              </a:buClr>
              <a:buSzPts val="800"/>
              <a:buNone/>
              <a:defRPr sz="800"/>
            </a:lvl2pPr>
            <a:lvl3pPr lvl="2" algn="ctr">
              <a:spcBef>
                <a:spcPts val="0"/>
              </a:spcBef>
              <a:spcAft>
                <a:spcPts val="0"/>
              </a:spcAft>
              <a:buClr>
                <a:schemeClr val="lt1"/>
              </a:buClr>
              <a:buSzPts val="800"/>
              <a:buNone/>
              <a:defRPr sz="800"/>
            </a:lvl3pPr>
            <a:lvl4pPr lvl="3" algn="ctr">
              <a:spcBef>
                <a:spcPts val="0"/>
              </a:spcBef>
              <a:spcAft>
                <a:spcPts val="0"/>
              </a:spcAft>
              <a:buClr>
                <a:schemeClr val="lt1"/>
              </a:buClr>
              <a:buSzPts val="800"/>
              <a:buNone/>
              <a:defRPr sz="800"/>
            </a:lvl4pPr>
            <a:lvl5pPr lvl="4" algn="ctr">
              <a:spcBef>
                <a:spcPts val="0"/>
              </a:spcBef>
              <a:spcAft>
                <a:spcPts val="0"/>
              </a:spcAft>
              <a:buClr>
                <a:schemeClr val="lt1"/>
              </a:buClr>
              <a:buSzPts val="800"/>
              <a:buNone/>
              <a:defRPr sz="800"/>
            </a:lvl5pPr>
            <a:lvl6pPr lvl="5" algn="ctr">
              <a:spcBef>
                <a:spcPts val="0"/>
              </a:spcBef>
              <a:spcAft>
                <a:spcPts val="0"/>
              </a:spcAft>
              <a:buClr>
                <a:schemeClr val="lt1"/>
              </a:buClr>
              <a:buSzPts val="800"/>
              <a:buNone/>
              <a:defRPr sz="800"/>
            </a:lvl6pPr>
            <a:lvl7pPr lvl="6" algn="ctr">
              <a:spcBef>
                <a:spcPts val="0"/>
              </a:spcBef>
              <a:spcAft>
                <a:spcPts val="0"/>
              </a:spcAft>
              <a:buClr>
                <a:schemeClr val="lt1"/>
              </a:buClr>
              <a:buSzPts val="800"/>
              <a:buNone/>
              <a:defRPr sz="800"/>
            </a:lvl7pPr>
            <a:lvl8pPr lvl="7" algn="ctr">
              <a:spcBef>
                <a:spcPts val="0"/>
              </a:spcBef>
              <a:spcAft>
                <a:spcPts val="0"/>
              </a:spcAft>
              <a:buClr>
                <a:schemeClr val="lt1"/>
              </a:buClr>
              <a:buSzPts val="800"/>
              <a:buNone/>
              <a:defRPr sz="800"/>
            </a:lvl8pPr>
            <a:lvl9pPr lvl="8" algn="ctr">
              <a:spcBef>
                <a:spcPts val="0"/>
              </a:spcBef>
              <a:spcAft>
                <a:spcPts val="0"/>
              </a:spcAft>
              <a:buClr>
                <a:schemeClr val="lt1"/>
              </a:buClr>
              <a:buSzPts val="800"/>
              <a:buNone/>
              <a:defRPr sz="800"/>
            </a:lvl9pPr>
          </a:lstStyle>
          <a:p/>
        </p:txBody>
      </p:sp>
      <p:sp>
        <p:nvSpPr>
          <p:cNvPr id="114" name="Google Shape;114;p13"/>
          <p:cNvSpPr txBox="1"/>
          <p:nvPr>
            <p:ph idx="13" type="subTitle"/>
          </p:nvPr>
        </p:nvSpPr>
        <p:spPr>
          <a:xfrm>
            <a:off x="1731400" y="4750800"/>
            <a:ext cx="1340700" cy="1032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600"/>
            </a:lvl1pPr>
            <a:lvl2pPr lvl="1">
              <a:spcBef>
                <a:spcPts val="0"/>
              </a:spcBef>
              <a:spcAft>
                <a:spcPts val="0"/>
              </a:spcAft>
              <a:buClr>
                <a:schemeClr val="lt1"/>
              </a:buClr>
              <a:buSzPts val="600"/>
              <a:buNone/>
              <a:defRPr sz="600"/>
            </a:lvl2pPr>
            <a:lvl3pPr lvl="2">
              <a:spcBef>
                <a:spcPts val="0"/>
              </a:spcBef>
              <a:spcAft>
                <a:spcPts val="0"/>
              </a:spcAft>
              <a:buClr>
                <a:schemeClr val="lt1"/>
              </a:buClr>
              <a:buSzPts val="600"/>
              <a:buNone/>
              <a:defRPr sz="600"/>
            </a:lvl3pPr>
            <a:lvl4pPr lvl="3">
              <a:spcBef>
                <a:spcPts val="0"/>
              </a:spcBef>
              <a:spcAft>
                <a:spcPts val="0"/>
              </a:spcAft>
              <a:buClr>
                <a:schemeClr val="lt1"/>
              </a:buClr>
              <a:buSzPts val="600"/>
              <a:buNone/>
              <a:defRPr sz="600"/>
            </a:lvl4pPr>
            <a:lvl5pPr lvl="4">
              <a:spcBef>
                <a:spcPts val="0"/>
              </a:spcBef>
              <a:spcAft>
                <a:spcPts val="0"/>
              </a:spcAft>
              <a:buClr>
                <a:schemeClr val="lt1"/>
              </a:buClr>
              <a:buSzPts val="600"/>
              <a:buNone/>
              <a:defRPr sz="600"/>
            </a:lvl5pPr>
            <a:lvl6pPr lvl="5">
              <a:spcBef>
                <a:spcPts val="0"/>
              </a:spcBef>
              <a:spcAft>
                <a:spcPts val="0"/>
              </a:spcAft>
              <a:buClr>
                <a:schemeClr val="lt1"/>
              </a:buClr>
              <a:buSzPts val="600"/>
              <a:buNone/>
              <a:defRPr sz="600"/>
            </a:lvl6pPr>
            <a:lvl7pPr lvl="6">
              <a:spcBef>
                <a:spcPts val="0"/>
              </a:spcBef>
              <a:spcAft>
                <a:spcPts val="0"/>
              </a:spcAft>
              <a:buClr>
                <a:schemeClr val="lt1"/>
              </a:buClr>
              <a:buSzPts val="600"/>
              <a:buNone/>
              <a:defRPr sz="600"/>
            </a:lvl7pPr>
            <a:lvl8pPr lvl="7">
              <a:spcBef>
                <a:spcPts val="0"/>
              </a:spcBef>
              <a:spcAft>
                <a:spcPts val="0"/>
              </a:spcAft>
              <a:buClr>
                <a:schemeClr val="lt1"/>
              </a:buClr>
              <a:buSzPts val="600"/>
              <a:buNone/>
              <a:defRPr sz="600"/>
            </a:lvl8pPr>
            <a:lvl9pPr lvl="8">
              <a:spcBef>
                <a:spcPts val="0"/>
              </a:spcBef>
              <a:spcAft>
                <a:spcPts val="0"/>
              </a:spcAft>
              <a:buClr>
                <a:schemeClr val="lt1"/>
              </a:buClr>
              <a:buSzPts val="600"/>
              <a:buNone/>
              <a:defRPr sz="600"/>
            </a:lvl9pPr>
          </a:lstStyle>
          <a:p/>
        </p:txBody>
      </p:sp>
      <p:sp>
        <p:nvSpPr>
          <p:cNvPr id="115" name="Google Shape;115;p13"/>
          <p:cNvSpPr txBox="1"/>
          <p:nvPr>
            <p:ph idx="14" type="subTitle"/>
          </p:nvPr>
        </p:nvSpPr>
        <p:spPr>
          <a:xfrm>
            <a:off x="7518500" y="4750800"/>
            <a:ext cx="1340700" cy="103200"/>
          </a:xfrm>
          <a:prstGeom prst="rect">
            <a:avLst/>
          </a:prstGeom>
        </p:spPr>
        <p:txBody>
          <a:bodyPr anchorCtr="0" anchor="t" bIns="0" lIns="0" spcFirstLastPara="1" rIns="0" wrap="square" tIns="0">
            <a:noAutofit/>
          </a:bodyPr>
          <a:lstStyle>
            <a:lvl1pPr lvl="0" algn="r">
              <a:lnSpc>
                <a:spcPct val="115000"/>
              </a:lnSpc>
              <a:spcBef>
                <a:spcPts val="0"/>
              </a:spcBef>
              <a:spcAft>
                <a:spcPts val="0"/>
              </a:spcAft>
              <a:buNone/>
              <a:defRPr sz="600"/>
            </a:lvl1pPr>
            <a:lvl2pPr lvl="1" algn="r">
              <a:spcBef>
                <a:spcPts val="0"/>
              </a:spcBef>
              <a:spcAft>
                <a:spcPts val="0"/>
              </a:spcAft>
              <a:buClr>
                <a:schemeClr val="lt1"/>
              </a:buClr>
              <a:buSzPts val="600"/>
              <a:buNone/>
              <a:defRPr sz="600"/>
            </a:lvl2pPr>
            <a:lvl3pPr lvl="2" algn="r">
              <a:spcBef>
                <a:spcPts val="0"/>
              </a:spcBef>
              <a:spcAft>
                <a:spcPts val="0"/>
              </a:spcAft>
              <a:buClr>
                <a:schemeClr val="lt1"/>
              </a:buClr>
              <a:buSzPts val="600"/>
              <a:buNone/>
              <a:defRPr sz="600"/>
            </a:lvl3pPr>
            <a:lvl4pPr lvl="3" algn="r">
              <a:spcBef>
                <a:spcPts val="0"/>
              </a:spcBef>
              <a:spcAft>
                <a:spcPts val="0"/>
              </a:spcAft>
              <a:buClr>
                <a:schemeClr val="lt1"/>
              </a:buClr>
              <a:buSzPts val="600"/>
              <a:buNone/>
              <a:defRPr sz="600"/>
            </a:lvl4pPr>
            <a:lvl5pPr lvl="4" algn="r">
              <a:spcBef>
                <a:spcPts val="0"/>
              </a:spcBef>
              <a:spcAft>
                <a:spcPts val="0"/>
              </a:spcAft>
              <a:buClr>
                <a:schemeClr val="lt1"/>
              </a:buClr>
              <a:buSzPts val="600"/>
              <a:buNone/>
              <a:defRPr sz="600"/>
            </a:lvl5pPr>
            <a:lvl6pPr lvl="5" algn="r">
              <a:spcBef>
                <a:spcPts val="0"/>
              </a:spcBef>
              <a:spcAft>
                <a:spcPts val="0"/>
              </a:spcAft>
              <a:buClr>
                <a:schemeClr val="lt1"/>
              </a:buClr>
              <a:buSzPts val="600"/>
              <a:buNone/>
              <a:defRPr sz="600"/>
            </a:lvl6pPr>
            <a:lvl7pPr lvl="6" algn="r">
              <a:spcBef>
                <a:spcPts val="0"/>
              </a:spcBef>
              <a:spcAft>
                <a:spcPts val="0"/>
              </a:spcAft>
              <a:buClr>
                <a:schemeClr val="lt1"/>
              </a:buClr>
              <a:buSzPts val="600"/>
              <a:buNone/>
              <a:defRPr sz="600"/>
            </a:lvl7pPr>
            <a:lvl8pPr lvl="7" algn="r">
              <a:spcBef>
                <a:spcPts val="0"/>
              </a:spcBef>
              <a:spcAft>
                <a:spcPts val="0"/>
              </a:spcAft>
              <a:buClr>
                <a:schemeClr val="lt1"/>
              </a:buClr>
              <a:buSzPts val="600"/>
              <a:buNone/>
              <a:defRPr sz="600"/>
            </a:lvl8pPr>
            <a:lvl9pPr lvl="8" algn="r">
              <a:spcBef>
                <a:spcPts val="0"/>
              </a:spcBef>
              <a:spcAft>
                <a:spcPts val="0"/>
              </a:spcAft>
              <a:buClr>
                <a:schemeClr val="lt1"/>
              </a:buClr>
              <a:buSzPts val="600"/>
              <a:buNone/>
              <a:defRPr sz="6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5">
  <p:cSld name="BLANK_1_1_1_1_1_1_1_1_1_1_1_1_1_1_4_1">
    <p:spTree>
      <p:nvGrpSpPr>
        <p:cNvPr id="116" name="Shape 116"/>
        <p:cNvGrpSpPr/>
        <p:nvPr/>
      </p:nvGrpSpPr>
      <p:grpSpPr>
        <a:xfrm>
          <a:off x="0" y="0"/>
          <a:ext cx="0" cy="0"/>
          <a:chOff x="0" y="0"/>
          <a:chExt cx="0" cy="0"/>
        </a:xfrm>
      </p:grpSpPr>
      <p:sp>
        <p:nvSpPr>
          <p:cNvPr id="117" name="Google Shape;117;p14"/>
          <p:cNvSpPr txBox="1"/>
          <p:nvPr>
            <p:ph idx="1" type="subTitle"/>
          </p:nvPr>
        </p:nvSpPr>
        <p:spPr>
          <a:xfrm>
            <a:off x="284798" y="282900"/>
            <a:ext cx="1207200" cy="368100"/>
          </a:xfrm>
          <a:prstGeom prst="rect">
            <a:avLst/>
          </a:prstGeom>
        </p:spPr>
        <p:txBody>
          <a:bodyPr anchorCtr="0" anchor="ctr" bIns="0" lIns="0" spcFirstLastPara="1" rIns="0" wrap="square" tIns="0">
            <a:noAutofit/>
          </a:bodyPr>
          <a:lstStyle>
            <a:lvl1pPr lvl="0" algn="ctr">
              <a:lnSpc>
                <a:spcPct val="115000"/>
              </a:lnSpc>
              <a:spcBef>
                <a:spcPts val="0"/>
              </a:spcBef>
              <a:spcAft>
                <a:spcPts val="0"/>
              </a:spcAft>
              <a:buNone/>
              <a:defRPr sz="800"/>
            </a:lvl1pPr>
            <a:lvl2pPr lvl="1" algn="ctr">
              <a:spcBef>
                <a:spcPts val="0"/>
              </a:spcBef>
              <a:spcAft>
                <a:spcPts val="0"/>
              </a:spcAft>
              <a:buClr>
                <a:schemeClr val="lt1"/>
              </a:buClr>
              <a:buSzPts val="800"/>
              <a:buNone/>
              <a:defRPr sz="800"/>
            </a:lvl2pPr>
            <a:lvl3pPr lvl="2" algn="ctr">
              <a:spcBef>
                <a:spcPts val="0"/>
              </a:spcBef>
              <a:spcAft>
                <a:spcPts val="0"/>
              </a:spcAft>
              <a:buClr>
                <a:schemeClr val="lt1"/>
              </a:buClr>
              <a:buSzPts val="800"/>
              <a:buNone/>
              <a:defRPr sz="800"/>
            </a:lvl3pPr>
            <a:lvl4pPr lvl="3" algn="ctr">
              <a:spcBef>
                <a:spcPts val="0"/>
              </a:spcBef>
              <a:spcAft>
                <a:spcPts val="0"/>
              </a:spcAft>
              <a:buClr>
                <a:schemeClr val="lt1"/>
              </a:buClr>
              <a:buSzPts val="800"/>
              <a:buNone/>
              <a:defRPr sz="800"/>
            </a:lvl4pPr>
            <a:lvl5pPr lvl="4" algn="ctr">
              <a:spcBef>
                <a:spcPts val="0"/>
              </a:spcBef>
              <a:spcAft>
                <a:spcPts val="0"/>
              </a:spcAft>
              <a:buClr>
                <a:schemeClr val="lt1"/>
              </a:buClr>
              <a:buSzPts val="800"/>
              <a:buNone/>
              <a:defRPr sz="800"/>
            </a:lvl5pPr>
            <a:lvl6pPr lvl="5" algn="ctr">
              <a:spcBef>
                <a:spcPts val="0"/>
              </a:spcBef>
              <a:spcAft>
                <a:spcPts val="0"/>
              </a:spcAft>
              <a:buClr>
                <a:schemeClr val="lt1"/>
              </a:buClr>
              <a:buSzPts val="800"/>
              <a:buNone/>
              <a:defRPr sz="800"/>
            </a:lvl6pPr>
            <a:lvl7pPr lvl="6" algn="ctr">
              <a:spcBef>
                <a:spcPts val="0"/>
              </a:spcBef>
              <a:spcAft>
                <a:spcPts val="0"/>
              </a:spcAft>
              <a:buClr>
                <a:schemeClr val="lt1"/>
              </a:buClr>
              <a:buSzPts val="800"/>
              <a:buNone/>
              <a:defRPr sz="800"/>
            </a:lvl7pPr>
            <a:lvl8pPr lvl="7" algn="ctr">
              <a:spcBef>
                <a:spcPts val="0"/>
              </a:spcBef>
              <a:spcAft>
                <a:spcPts val="0"/>
              </a:spcAft>
              <a:buClr>
                <a:schemeClr val="lt1"/>
              </a:buClr>
              <a:buSzPts val="800"/>
              <a:buNone/>
              <a:defRPr sz="800"/>
            </a:lvl8pPr>
            <a:lvl9pPr lvl="8" algn="ctr">
              <a:spcBef>
                <a:spcPts val="0"/>
              </a:spcBef>
              <a:spcAft>
                <a:spcPts val="0"/>
              </a:spcAft>
              <a:buClr>
                <a:schemeClr val="lt1"/>
              </a:buClr>
              <a:buSzPts val="800"/>
              <a:buNone/>
              <a:defRPr sz="800"/>
            </a:lvl9pPr>
          </a:lstStyle>
          <a:p/>
        </p:txBody>
      </p:sp>
      <p:sp>
        <p:nvSpPr>
          <p:cNvPr id="118" name="Google Shape;118;p14"/>
          <p:cNvSpPr txBox="1"/>
          <p:nvPr>
            <p:ph idx="2" type="body"/>
          </p:nvPr>
        </p:nvSpPr>
        <p:spPr>
          <a:xfrm>
            <a:off x="1731400" y="3634076"/>
            <a:ext cx="2304900" cy="1000800"/>
          </a:xfrm>
          <a:prstGeom prst="rect">
            <a:avLst/>
          </a:prstGeom>
        </p:spPr>
        <p:txBody>
          <a:bodyPr anchorCtr="0" anchor="b" bIns="182875" lIns="182875" spcFirstLastPara="1" rIns="182875" wrap="square" tIns="0">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119" name="Google Shape;119;p14"/>
          <p:cNvSpPr txBox="1"/>
          <p:nvPr>
            <p:ph idx="3" type="body"/>
          </p:nvPr>
        </p:nvSpPr>
        <p:spPr>
          <a:xfrm>
            <a:off x="4143963" y="3634076"/>
            <a:ext cx="2304900" cy="1000800"/>
          </a:xfrm>
          <a:prstGeom prst="rect">
            <a:avLst/>
          </a:prstGeom>
        </p:spPr>
        <p:txBody>
          <a:bodyPr anchorCtr="0" anchor="b" bIns="182875" lIns="182875" spcFirstLastPara="1" rIns="182875" wrap="square" tIns="0">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120" name="Google Shape;120;p14"/>
          <p:cNvSpPr txBox="1"/>
          <p:nvPr>
            <p:ph idx="4" type="body"/>
          </p:nvPr>
        </p:nvSpPr>
        <p:spPr>
          <a:xfrm>
            <a:off x="6556525" y="3634076"/>
            <a:ext cx="2304900" cy="1000800"/>
          </a:xfrm>
          <a:prstGeom prst="rect">
            <a:avLst/>
          </a:prstGeom>
        </p:spPr>
        <p:txBody>
          <a:bodyPr anchorCtr="0" anchor="b" bIns="182875" lIns="182875" spcFirstLastPara="1" rIns="182875" wrap="square" tIns="0">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121" name="Google Shape;121;p14"/>
          <p:cNvSpPr/>
          <p:nvPr>
            <p:ph idx="5" type="pic"/>
          </p:nvPr>
        </p:nvSpPr>
        <p:spPr>
          <a:xfrm>
            <a:off x="1733625" y="1872750"/>
            <a:ext cx="2304000" cy="748500"/>
          </a:xfrm>
          <a:prstGeom prst="roundRect">
            <a:avLst>
              <a:gd fmla="val 15661" name="adj"/>
            </a:avLst>
          </a:prstGeom>
          <a:noFill/>
          <a:ln>
            <a:noFill/>
          </a:ln>
        </p:spPr>
      </p:sp>
      <p:sp>
        <p:nvSpPr>
          <p:cNvPr id="122" name="Google Shape;122;p14"/>
          <p:cNvSpPr/>
          <p:nvPr>
            <p:ph idx="6" type="pic"/>
          </p:nvPr>
        </p:nvSpPr>
        <p:spPr>
          <a:xfrm>
            <a:off x="4144025" y="1872750"/>
            <a:ext cx="2304000" cy="1075500"/>
          </a:xfrm>
          <a:prstGeom prst="roundRect">
            <a:avLst>
              <a:gd fmla="val 13968" name="adj"/>
            </a:avLst>
          </a:prstGeom>
          <a:noFill/>
          <a:ln>
            <a:noFill/>
          </a:ln>
        </p:spPr>
      </p:sp>
      <p:sp>
        <p:nvSpPr>
          <p:cNvPr id="123" name="Google Shape;123;p14"/>
          <p:cNvSpPr/>
          <p:nvPr>
            <p:ph idx="7" type="pic"/>
          </p:nvPr>
        </p:nvSpPr>
        <p:spPr>
          <a:xfrm>
            <a:off x="6556525" y="1872750"/>
            <a:ext cx="2304000" cy="1286700"/>
          </a:xfrm>
          <a:prstGeom prst="roundRect">
            <a:avLst>
              <a:gd fmla="val 12543" name="adj"/>
            </a:avLst>
          </a:prstGeom>
          <a:noFill/>
          <a:ln>
            <a:noFill/>
          </a:ln>
        </p:spPr>
      </p:sp>
      <p:sp>
        <p:nvSpPr>
          <p:cNvPr id="124" name="Google Shape;124;p14"/>
          <p:cNvSpPr txBox="1"/>
          <p:nvPr>
            <p:ph type="title"/>
          </p:nvPr>
        </p:nvSpPr>
        <p:spPr>
          <a:xfrm>
            <a:off x="1731400" y="282900"/>
            <a:ext cx="7128000" cy="11169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125" name="Google Shape;125;p14"/>
          <p:cNvSpPr txBox="1"/>
          <p:nvPr>
            <p:ph idx="8" type="title"/>
          </p:nvPr>
        </p:nvSpPr>
        <p:spPr>
          <a:xfrm>
            <a:off x="1731400" y="2623350"/>
            <a:ext cx="1873200" cy="527400"/>
          </a:xfrm>
          <a:prstGeom prst="rect">
            <a:avLst/>
          </a:prstGeom>
        </p:spPr>
        <p:txBody>
          <a:bodyPr anchorCtr="0" anchor="t" bIns="0" lIns="182875" spcFirstLastPara="1" rIns="182875" wrap="square" tIns="182875">
            <a:spAutoFit/>
          </a:bodyPr>
          <a:lstStyle>
            <a:lvl1pPr lvl="0">
              <a:lnSpc>
                <a:spcPct val="90000"/>
              </a:lnSpc>
              <a:spcBef>
                <a:spcPts val="0"/>
              </a:spcBef>
              <a:spcAft>
                <a:spcPts val="0"/>
              </a:spcAft>
              <a:buNone/>
              <a:defRPr sz="1200"/>
            </a:lvl1pPr>
            <a:lvl2pPr lvl="1">
              <a:lnSpc>
                <a:spcPct val="115000"/>
              </a:lnSpc>
              <a:spcBef>
                <a:spcPts val="0"/>
              </a:spcBef>
              <a:spcAft>
                <a:spcPts val="0"/>
              </a:spcAft>
              <a:buNone/>
              <a:defRPr sz="1200"/>
            </a:lvl2pPr>
            <a:lvl3pPr lvl="2">
              <a:lnSpc>
                <a:spcPct val="115000"/>
              </a:lnSpc>
              <a:spcBef>
                <a:spcPts val="0"/>
              </a:spcBef>
              <a:spcAft>
                <a:spcPts val="0"/>
              </a:spcAft>
              <a:buNone/>
              <a:defRPr sz="1200"/>
            </a:lvl3pPr>
            <a:lvl4pPr lvl="3">
              <a:lnSpc>
                <a:spcPct val="115000"/>
              </a:lnSpc>
              <a:spcBef>
                <a:spcPts val="0"/>
              </a:spcBef>
              <a:spcAft>
                <a:spcPts val="0"/>
              </a:spcAft>
              <a:buNone/>
              <a:defRPr sz="1200"/>
            </a:lvl4pPr>
            <a:lvl5pPr lvl="4">
              <a:lnSpc>
                <a:spcPct val="115000"/>
              </a:lnSpc>
              <a:spcBef>
                <a:spcPts val="0"/>
              </a:spcBef>
              <a:spcAft>
                <a:spcPts val="0"/>
              </a:spcAft>
              <a:buNone/>
              <a:defRPr sz="1200"/>
            </a:lvl5pPr>
            <a:lvl6pPr lvl="5">
              <a:lnSpc>
                <a:spcPct val="115000"/>
              </a:lnSpc>
              <a:spcBef>
                <a:spcPts val="0"/>
              </a:spcBef>
              <a:spcAft>
                <a:spcPts val="0"/>
              </a:spcAft>
              <a:buNone/>
              <a:defRPr sz="1200"/>
            </a:lvl6pPr>
            <a:lvl7pPr lvl="6">
              <a:lnSpc>
                <a:spcPct val="115000"/>
              </a:lnSpc>
              <a:spcBef>
                <a:spcPts val="0"/>
              </a:spcBef>
              <a:spcAft>
                <a:spcPts val="0"/>
              </a:spcAft>
              <a:buNone/>
              <a:defRPr sz="1200"/>
            </a:lvl7pPr>
            <a:lvl8pPr lvl="7">
              <a:lnSpc>
                <a:spcPct val="115000"/>
              </a:lnSpc>
              <a:spcBef>
                <a:spcPts val="0"/>
              </a:spcBef>
              <a:spcAft>
                <a:spcPts val="0"/>
              </a:spcAft>
              <a:buNone/>
              <a:defRPr sz="1200"/>
            </a:lvl8pPr>
            <a:lvl9pPr lvl="8">
              <a:lnSpc>
                <a:spcPct val="115000"/>
              </a:lnSpc>
              <a:spcBef>
                <a:spcPts val="0"/>
              </a:spcBef>
              <a:spcAft>
                <a:spcPts val="0"/>
              </a:spcAft>
              <a:buNone/>
              <a:defRPr sz="1200"/>
            </a:lvl9pPr>
          </a:lstStyle>
          <a:p/>
        </p:txBody>
      </p:sp>
      <p:sp>
        <p:nvSpPr>
          <p:cNvPr id="126" name="Google Shape;126;p14"/>
          <p:cNvSpPr txBox="1"/>
          <p:nvPr>
            <p:ph idx="9" type="title"/>
          </p:nvPr>
        </p:nvSpPr>
        <p:spPr>
          <a:xfrm>
            <a:off x="4143963" y="2984550"/>
            <a:ext cx="1873200" cy="527400"/>
          </a:xfrm>
          <a:prstGeom prst="rect">
            <a:avLst/>
          </a:prstGeom>
        </p:spPr>
        <p:txBody>
          <a:bodyPr anchorCtr="0" anchor="t" bIns="0" lIns="182875" spcFirstLastPara="1" rIns="182875" wrap="square" tIns="182875">
            <a:spAutoFit/>
          </a:bodyPr>
          <a:lstStyle>
            <a:lvl1pPr lvl="0">
              <a:lnSpc>
                <a:spcPct val="90000"/>
              </a:lnSpc>
              <a:spcBef>
                <a:spcPts val="0"/>
              </a:spcBef>
              <a:spcAft>
                <a:spcPts val="0"/>
              </a:spcAft>
              <a:buNone/>
              <a:defRPr sz="1200"/>
            </a:lvl1pPr>
            <a:lvl2pPr lvl="1">
              <a:lnSpc>
                <a:spcPct val="115000"/>
              </a:lnSpc>
              <a:spcBef>
                <a:spcPts val="0"/>
              </a:spcBef>
              <a:spcAft>
                <a:spcPts val="0"/>
              </a:spcAft>
              <a:buNone/>
              <a:defRPr sz="1200"/>
            </a:lvl2pPr>
            <a:lvl3pPr lvl="2">
              <a:lnSpc>
                <a:spcPct val="115000"/>
              </a:lnSpc>
              <a:spcBef>
                <a:spcPts val="0"/>
              </a:spcBef>
              <a:spcAft>
                <a:spcPts val="0"/>
              </a:spcAft>
              <a:buNone/>
              <a:defRPr sz="1200"/>
            </a:lvl3pPr>
            <a:lvl4pPr lvl="3">
              <a:lnSpc>
                <a:spcPct val="115000"/>
              </a:lnSpc>
              <a:spcBef>
                <a:spcPts val="0"/>
              </a:spcBef>
              <a:spcAft>
                <a:spcPts val="0"/>
              </a:spcAft>
              <a:buNone/>
              <a:defRPr sz="1200"/>
            </a:lvl4pPr>
            <a:lvl5pPr lvl="4">
              <a:lnSpc>
                <a:spcPct val="115000"/>
              </a:lnSpc>
              <a:spcBef>
                <a:spcPts val="0"/>
              </a:spcBef>
              <a:spcAft>
                <a:spcPts val="0"/>
              </a:spcAft>
              <a:buNone/>
              <a:defRPr sz="1200"/>
            </a:lvl5pPr>
            <a:lvl6pPr lvl="5">
              <a:lnSpc>
                <a:spcPct val="115000"/>
              </a:lnSpc>
              <a:spcBef>
                <a:spcPts val="0"/>
              </a:spcBef>
              <a:spcAft>
                <a:spcPts val="0"/>
              </a:spcAft>
              <a:buNone/>
              <a:defRPr sz="1200"/>
            </a:lvl6pPr>
            <a:lvl7pPr lvl="6">
              <a:lnSpc>
                <a:spcPct val="115000"/>
              </a:lnSpc>
              <a:spcBef>
                <a:spcPts val="0"/>
              </a:spcBef>
              <a:spcAft>
                <a:spcPts val="0"/>
              </a:spcAft>
              <a:buNone/>
              <a:defRPr sz="1200"/>
            </a:lvl7pPr>
            <a:lvl8pPr lvl="7">
              <a:lnSpc>
                <a:spcPct val="115000"/>
              </a:lnSpc>
              <a:spcBef>
                <a:spcPts val="0"/>
              </a:spcBef>
              <a:spcAft>
                <a:spcPts val="0"/>
              </a:spcAft>
              <a:buNone/>
              <a:defRPr sz="1200"/>
            </a:lvl8pPr>
            <a:lvl9pPr lvl="8">
              <a:lnSpc>
                <a:spcPct val="115000"/>
              </a:lnSpc>
              <a:spcBef>
                <a:spcPts val="0"/>
              </a:spcBef>
              <a:spcAft>
                <a:spcPts val="0"/>
              </a:spcAft>
              <a:buNone/>
              <a:defRPr sz="1200"/>
            </a:lvl9pPr>
          </a:lstStyle>
          <a:p/>
        </p:txBody>
      </p:sp>
      <p:sp>
        <p:nvSpPr>
          <p:cNvPr id="127" name="Google Shape;127;p14"/>
          <p:cNvSpPr txBox="1"/>
          <p:nvPr>
            <p:ph idx="13" type="title"/>
          </p:nvPr>
        </p:nvSpPr>
        <p:spPr>
          <a:xfrm>
            <a:off x="6556525" y="3219175"/>
            <a:ext cx="1873200" cy="527400"/>
          </a:xfrm>
          <a:prstGeom prst="rect">
            <a:avLst/>
          </a:prstGeom>
        </p:spPr>
        <p:txBody>
          <a:bodyPr anchorCtr="0" anchor="t" bIns="0" lIns="182875" spcFirstLastPara="1" rIns="182875" wrap="square" tIns="182875">
            <a:spAutoFit/>
          </a:bodyPr>
          <a:lstStyle>
            <a:lvl1pPr lvl="0">
              <a:lnSpc>
                <a:spcPct val="90000"/>
              </a:lnSpc>
              <a:spcBef>
                <a:spcPts val="0"/>
              </a:spcBef>
              <a:spcAft>
                <a:spcPts val="0"/>
              </a:spcAft>
              <a:buNone/>
              <a:defRPr sz="1200"/>
            </a:lvl1pPr>
            <a:lvl2pPr lvl="1">
              <a:lnSpc>
                <a:spcPct val="115000"/>
              </a:lnSpc>
              <a:spcBef>
                <a:spcPts val="0"/>
              </a:spcBef>
              <a:spcAft>
                <a:spcPts val="0"/>
              </a:spcAft>
              <a:buNone/>
              <a:defRPr sz="1200"/>
            </a:lvl2pPr>
            <a:lvl3pPr lvl="2">
              <a:lnSpc>
                <a:spcPct val="115000"/>
              </a:lnSpc>
              <a:spcBef>
                <a:spcPts val="0"/>
              </a:spcBef>
              <a:spcAft>
                <a:spcPts val="0"/>
              </a:spcAft>
              <a:buNone/>
              <a:defRPr sz="1200"/>
            </a:lvl3pPr>
            <a:lvl4pPr lvl="3">
              <a:lnSpc>
                <a:spcPct val="115000"/>
              </a:lnSpc>
              <a:spcBef>
                <a:spcPts val="0"/>
              </a:spcBef>
              <a:spcAft>
                <a:spcPts val="0"/>
              </a:spcAft>
              <a:buNone/>
              <a:defRPr sz="1200"/>
            </a:lvl4pPr>
            <a:lvl5pPr lvl="4">
              <a:lnSpc>
                <a:spcPct val="115000"/>
              </a:lnSpc>
              <a:spcBef>
                <a:spcPts val="0"/>
              </a:spcBef>
              <a:spcAft>
                <a:spcPts val="0"/>
              </a:spcAft>
              <a:buNone/>
              <a:defRPr sz="1200"/>
            </a:lvl5pPr>
            <a:lvl6pPr lvl="5">
              <a:lnSpc>
                <a:spcPct val="115000"/>
              </a:lnSpc>
              <a:spcBef>
                <a:spcPts val="0"/>
              </a:spcBef>
              <a:spcAft>
                <a:spcPts val="0"/>
              </a:spcAft>
              <a:buNone/>
              <a:defRPr sz="1200"/>
            </a:lvl6pPr>
            <a:lvl7pPr lvl="6">
              <a:lnSpc>
                <a:spcPct val="115000"/>
              </a:lnSpc>
              <a:spcBef>
                <a:spcPts val="0"/>
              </a:spcBef>
              <a:spcAft>
                <a:spcPts val="0"/>
              </a:spcAft>
              <a:buNone/>
              <a:defRPr sz="1200"/>
            </a:lvl7pPr>
            <a:lvl8pPr lvl="7">
              <a:lnSpc>
                <a:spcPct val="115000"/>
              </a:lnSpc>
              <a:spcBef>
                <a:spcPts val="0"/>
              </a:spcBef>
              <a:spcAft>
                <a:spcPts val="0"/>
              </a:spcAft>
              <a:buNone/>
              <a:defRPr sz="1200"/>
            </a:lvl8pPr>
            <a:lvl9pPr lvl="8">
              <a:lnSpc>
                <a:spcPct val="115000"/>
              </a:lnSpc>
              <a:spcBef>
                <a:spcPts val="0"/>
              </a:spcBef>
              <a:spcAft>
                <a:spcPts val="0"/>
              </a:spcAft>
              <a:buNone/>
              <a:defRPr sz="1200"/>
            </a:lvl9pPr>
          </a:lstStyle>
          <a:p/>
        </p:txBody>
      </p:sp>
      <p:sp>
        <p:nvSpPr>
          <p:cNvPr id="128" name="Google Shape;128;p14"/>
          <p:cNvSpPr txBox="1"/>
          <p:nvPr>
            <p:ph idx="14" type="subTitle"/>
          </p:nvPr>
        </p:nvSpPr>
        <p:spPr>
          <a:xfrm>
            <a:off x="1731400" y="4750800"/>
            <a:ext cx="1340700" cy="1032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600"/>
            </a:lvl1pPr>
            <a:lvl2pPr lvl="1">
              <a:spcBef>
                <a:spcPts val="0"/>
              </a:spcBef>
              <a:spcAft>
                <a:spcPts val="0"/>
              </a:spcAft>
              <a:buClr>
                <a:schemeClr val="lt1"/>
              </a:buClr>
              <a:buSzPts val="600"/>
              <a:buNone/>
              <a:defRPr sz="600"/>
            </a:lvl2pPr>
            <a:lvl3pPr lvl="2">
              <a:spcBef>
                <a:spcPts val="0"/>
              </a:spcBef>
              <a:spcAft>
                <a:spcPts val="0"/>
              </a:spcAft>
              <a:buClr>
                <a:schemeClr val="lt1"/>
              </a:buClr>
              <a:buSzPts val="600"/>
              <a:buNone/>
              <a:defRPr sz="600"/>
            </a:lvl3pPr>
            <a:lvl4pPr lvl="3">
              <a:spcBef>
                <a:spcPts val="0"/>
              </a:spcBef>
              <a:spcAft>
                <a:spcPts val="0"/>
              </a:spcAft>
              <a:buClr>
                <a:schemeClr val="lt1"/>
              </a:buClr>
              <a:buSzPts val="600"/>
              <a:buNone/>
              <a:defRPr sz="600"/>
            </a:lvl4pPr>
            <a:lvl5pPr lvl="4">
              <a:spcBef>
                <a:spcPts val="0"/>
              </a:spcBef>
              <a:spcAft>
                <a:spcPts val="0"/>
              </a:spcAft>
              <a:buClr>
                <a:schemeClr val="lt1"/>
              </a:buClr>
              <a:buSzPts val="600"/>
              <a:buNone/>
              <a:defRPr sz="600"/>
            </a:lvl5pPr>
            <a:lvl6pPr lvl="5">
              <a:spcBef>
                <a:spcPts val="0"/>
              </a:spcBef>
              <a:spcAft>
                <a:spcPts val="0"/>
              </a:spcAft>
              <a:buClr>
                <a:schemeClr val="lt1"/>
              </a:buClr>
              <a:buSzPts val="600"/>
              <a:buNone/>
              <a:defRPr sz="600"/>
            </a:lvl6pPr>
            <a:lvl7pPr lvl="6">
              <a:spcBef>
                <a:spcPts val="0"/>
              </a:spcBef>
              <a:spcAft>
                <a:spcPts val="0"/>
              </a:spcAft>
              <a:buClr>
                <a:schemeClr val="lt1"/>
              </a:buClr>
              <a:buSzPts val="600"/>
              <a:buNone/>
              <a:defRPr sz="600"/>
            </a:lvl7pPr>
            <a:lvl8pPr lvl="7">
              <a:spcBef>
                <a:spcPts val="0"/>
              </a:spcBef>
              <a:spcAft>
                <a:spcPts val="0"/>
              </a:spcAft>
              <a:buClr>
                <a:schemeClr val="lt1"/>
              </a:buClr>
              <a:buSzPts val="600"/>
              <a:buNone/>
              <a:defRPr sz="600"/>
            </a:lvl8pPr>
            <a:lvl9pPr lvl="8">
              <a:spcBef>
                <a:spcPts val="0"/>
              </a:spcBef>
              <a:spcAft>
                <a:spcPts val="0"/>
              </a:spcAft>
              <a:buClr>
                <a:schemeClr val="lt1"/>
              </a:buClr>
              <a:buSzPts val="600"/>
              <a:buNone/>
              <a:defRPr sz="600"/>
            </a:lvl9pPr>
          </a:lstStyle>
          <a:p/>
        </p:txBody>
      </p:sp>
      <p:sp>
        <p:nvSpPr>
          <p:cNvPr id="129" name="Google Shape;129;p14"/>
          <p:cNvSpPr txBox="1"/>
          <p:nvPr>
            <p:ph idx="15" type="subTitle"/>
          </p:nvPr>
        </p:nvSpPr>
        <p:spPr>
          <a:xfrm>
            <a:off x="7518500" y="4750800"/>
            <a:ext cx="1340700" cy="103200"/>
          </a:xfrm>
          <a:prstGeom prst="rect">
            <a:avLst/>
          </a:prstGeom>
        </p:spPr>
        <p:txBody>
          <a:bodyPr anchorCtr="0" anchor="t" bIns="0" lIns="0" spcFirstLastPara="1" rIns="0" wrap="square" tIns="0">
            <a:noAutofit/>
          </a:bodyPr>
          <a:lstStyle>
            <a:lvl1pPr lvl="0" algn="r">
              <a:lnSpc>
                <a:spcPct val="115000"/>
              </a:lnSpc>
              <a:spcBef>
                <a:spcPts val="0"/>
              </a:spcBef>
              <a:spcAft>
                <a:spcPts val="0"/>
              </a:spcAft>
              <a:buNone/>
              <a:defRPr sz="600"/>
            </a:lvl1pPr>
            <a:lvl2pPr lvl="1" algn="r">
              <a:spcBef>
                <a:spcPts val="0"/>
              </a:spcBef>
              <a:spcAft>
                <a:spcPts val="0"/>
              </a:spcAft>
              <a:buClr>
                <a:schemeClr val="lt1"/>
              </a:buClr>
              <a:buSzPts val="600"/>
              <a:buNone/>
              <a:defRPr sz="600"/>
            </a:lvl2pPr>
            <a:lvl3pPr lvl="2" algn="r">
              <a:spcBef>
                <a:spcPts val="0"/>
              </a:spcBef>
              <a:spcAft>
                <a:spcPts val="0"/>
              </a:spcAft>
              <a:buClr>
                <a:schemeClr val="lt1"/>
              </a:buClr>
              <a:buSzPts val="600"/>
              <a:buNone/>
              <a:defRPr sz="600"/>
            </a:lvl3pPr>
            <a:lvl4pPr lvl="3" algn="r">
              <a:spcBef>
                <a:spcPts val="0"/>
              </a:spcBef>
              <a:spcAft>
                <a:spcPts val="0"/>
              </a:spcAft>
              <a:buClr>
                <a:schemeClr val="lt1"/>
              </a:buClr>
              <a:buSzPts val="600"/>
              <a:buNone/>
              <a:defRPr sz="600"/>
            </a:lvl4pPr>
            <a:lvl5pPr lvl="4" algn="r">
              <a:spcBef>
                <a:spcPts val="0"/>
              </a:spcBef>
              <a:spcAft>
                <a:spcPts val="0"/>
              </a:spcAft>
              <a:buClr>
                <a:schemeClr val="lt1"/>
              </a:buClr>
              <a:buSzPts val="600"/>
              <a:buNone/>
              <a:defRPr sz="600"/>
            </a:lvl5pPr>
            <a:lvl6pPr lvl="5" algn="r">
              <a:spcBef>
                <a:spcPts val="0"/>
              </a:spcBef>
              <a:spcAft>
                <a:spcPts val="0"/>
              </a:spcAft>
              <a:buClr>
                <a:schemeClr val="lt1"/>
              </a:buClr>
              <a:buSzPts val="600"/>
              <a:buNone/>
              <a:defRPr sz="600"/>
            </a:lvl6pPr>
            <a:lvl7pPr lvl="6" algn="r">
              <a:spcBef>
                <a:spcPts val="0"/>
              </a:spcBef>
              <a:spcAft>
                <a:spcPts val="0"/>
              </a:spcAft>
              <a:buClr>
                <a:schemeClr val="lt1"/>
              </a:buClr>
              <a:buSzPts val="600"/>
              <a:buNone/>
              <a:defRPr sz="600"/>
            </a:lvl7pPr>
            <a:lvl8pPr lvl="7" algn="r">
              <a:spcBef>
                <a:spcPts val="0"/>
              </a:spcBef>
              <a:spcAft>
                <a:spcPts val="0"/>
              </a:spcAft>
              <a:buClr>
                <a:schemeClr val="lt1"/>
              </a:buClr>
              <a:buSzPts val="600"/>
              <a:buNone/>
              <a:defRPr sz="600"/>
            </a:lvl8pPr>
            <a:lvl9pPr lvl="8" algn="r">
              <a:spcBef>
                <a:spcPts val="0"/>
              </a:spcBef>
              <a:spcAft>
                <a:spcPts val="0"/>
              </a:spcAft>
              <a:buClr>
                <a:schemeClr val="lt1"/>
              </a:buClr>
              <a:buSzPts val="600"/>
              <a:buNone/>
              <a:defRPr sz="6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6">
  <p:cSld name="CUSTOM_1">
    <p:spTree>
      <p:nvGrpSpPr>
        <p:cNvPr id="130" name="Shape 130"/>
        <p:cNvGrpSpPr/>
        <p:nvPr/>
      </p:nvGrpSpPr>
      <p:grpSpPr>
        <a:xfrm>
          <a:off x="0" y="0"/>
          <a:ext cx="0" cy="0"/>
          <a:chOff x="0" y="0"/>
          <a:chExt cx="0" cy="0"/>
        </a:xfrm>
      </p:grpSpPr>
      <p:sp>
        <p:nvSpPr>
          <p:cNvPr id="131" name="Google Shape;131;p15"/>
          <p:cNvSpPr txBox="1"/>
          <p:nvPr>
            <p:ph idx="1" type="body"/>
          </p:nvPr>
        </p:nvSpPr>
        <p:spPr>
          <a:xfrm>
            <a:off x="1733138" y="3655570"/>
            <a:ext cx="2304900" cy="979500"/>
          </a:xfrm>
          <a:prstGeom prst="rect">
            <a:avLst/>
          </a:prstGeom>
        </p:spPr>
        <p:txBody>
          <a:bodyPr anchorCtr="0" anchor="b" bIns="182875" lIns="182875" spcFirstLastPara="1" rIns="182875" wrap="square" tIns="0">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132" name="Google Shape;132;p15"/>
          <p:cNvSpPr txBox="1"/>
          <p:nvPr>
            <p:ph idx="2" type="body"/>
          </p:nvPr>
        </p:nvSpPr>
        <p:spPr>
          <a:xfrm>
            <a:off x="4143088" y="3655570"/>
            <a:ext cx="2304900" cy="979500"/>
          </a:xfrm>
          <a:prstGeom prst="rect">
            <a:avLst/>
          </a:prstGeom>
        </p:spPr>
        <p:txBody>
          <a:bodyPr anchorCtr="0" anchor="b" bIns="182875" lIns="182875" spcFirstLastPara="1" rIns="182875" wrap="square" tIns="0">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133" name="Google Shape;133;p15"/>
          <p:cNvSpPr txBox="1"/>
          <p:nvPr>
            <p:ph idx="3" type="body"/>
          </p:nvPr>
        </p:nvSpPr>
        <p:spPr>
          <a:xfrm>
            <a:off x="6553038" y="3655570"/>
            <a:ext cx="2304900" cy="979500"/>
          </a:xfrm>
          <a:prstGeom prst="rect">
            <a:avLst/>
          </a:prstGeom>
        </p:spPr>
        <p:txBody>
          <a:bodyPr anchorCtr="0" anchor="b" bIns="182875" lIns="182875" spcFirstLastPara="1" rIns="182875" wrap="square" tIns="0">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134" name="Google Shape;134;p15"/>
          <p:cNvSpPr txBox="1"/>
          <p:nvPr>
            <p:ph type="title"/>
          </p:nvPr>
        </p:nvSpPr>
        <p:spPr>
          <a:xfrm>
            <a:off x="284775" y="282900"/>
            <a:ext cx="7128000" cy="11169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135" name="Google Shape;135;p15"/>
          <p:cNvSpPr/>
          <p:nvPr>
            <p:ph idx="4" type="pic"/>
          </p:nvPr>
        </p:nvSpPr>
        <p:spPr>
          <a:xfrm>
            <a:off x="4144025" y="1872750"/>
            <a:ext cx="2304000" cy="1111800"/>
          </a:xfrm>
          <a:prstGeom prst="roundRect">
            <a:avLst>
              <a:gd fmla="val 13968" name="adj"/>
            </a:avLst>
          </a:prstGeom>
          <a:noFill/>
          <a:ln>
            <a:noFill/>
          </a:ln>
        </p:spPr>
      </p:sp>
      <p:sp>
        <p:nvSpPr>
          <p:cNvPr id="136" name="Google Shape;136;p15"/>
          <p:cNvSpPr/>
          <p:nvPr>
            <p:ph idx="5" type="pic"/>
          </p:nvPr>
        </p:nvSpPr>
        <p:spPr>
          <a:xfrm>
            <a:off x="1733200" y="1872750"/>
            <a:ext cx="2304000" cy="1111800"/>
          </a:xfrm>
          <a:prstGeom prst="roundRect">
            <a:avLst>
              <a:gd fmla="val 13968" name="adj"/>
            </a:avLst>
          </a:prstGeom>
          <a:noFill/>
          <a:ln>
            <a:noFill/>
          </a:ln>
        </p:spPr>
      </p:sp>
      <p:sp>
        <p:nvSpPr>
          <p:cNvPr id="137" name="Google Shape;137;p15"/>
          <p:cNvSpPr txBox="1"/>
          <p:nvPr>
            <p:ph idx="6" type="title"/>
          </p:nvPr>
        </p:nvSpPr>
        <p:spPr>
          <a:xfrm>
            <a:off x="1733150" y="2984550"/>
            <a:ext cx="2305800" cy="367500"/>
          </a:xfrm>
          <a:prstGeom prst="rect">
            <a:avLst/>
          </a:prstGeom>
        </p:spPr>
        <p:txBody>
          <a:bodyPr anchorCtr="0" anchor="t" bIns="0" lIns="182875" spcFirstLastPara="1" rIns="182875" wrap="square" tIns="182875">
            <a:spAutoFit/>
          </a:bodyPr>
          <a:lstStyle>
            <a:lvl1pPr lvl="0">
              <a:lnSpc>
                <a:spcPct val="90000"/>
              </a:lnSpc>
              <a:spcBef>
                <a:spcPts val="0"/>
              </a:spcBef>
              <a:spcAft>
                <a:spcPts val="0"/>
              </a:spcAft>
              <a:buNone/>
              <a:defRPr sz="1000"/>
            </a:lvl1pPr>
            <a:lvl2pPr lvl="1">
              <a:lnSpc>
                <a:spcPct val="115000"/>
              </a:lnSpc>
              <a:spcBef>
                <a:spcPts val="0"/>
              </a:spcBef>
              <a:spcAft>
                <a:spcPts val="0"/>
              </a:spcAft>
              <a:buNone/>
              <a:defRPr sz="1000"/>
            </a:lvl2pPr>
            <a:lvl3pPr lvl="2">
              <a:lnSpc>
                <a:spcPct val="115000"/>
              </a:lnSpc>
              <a:spcBef>
                <a:spcPts val="0"/>
              </a:spcBef>
              <a:spcAft>
                <a:spcPts val="0"/>
              </a:spcAft>
              <a:buNone/>
              <a:defRPr sz="1000"/>
            </a:lvl3pPr>
            <a:lvl4pPr lvl="3">
              <a:lnSpc>
                <a:spcPct val="115000"/>
              </a:lnSpc>
              <a:spcBef>
                <a:spcPts val="0"/>
              </a:spcBef>
              <a:spcAft>
                <a:spcPts val="0"/>
              </a:spcAft>
              <a:buNone/>
              <a:defRPr sz="1000"/>
            </a:lvl4pPr>
            <a:lvl5pPr lvl="4">
              <a:lnSpc>
                <a:spcPct val="115000"/>
              </a:lnSpc>
              <a:spcBef>
                <a:spcPts val="0"/>
              </a:spcBef>
              <a:spcAft>
                <a:spcPts val="0"/>
              </a:spcAft>
              <a:buNone/>
              <a:defRPr sz="1000"/>
            </a:lvl5pPr>
            <a:lvl6pPr lvl="5">
              <a:lnSpc>
                <a:spcPct val="115000"/>
              </a:lnSpc>
              <a:spcBef>
                <a:spcPts val="0"/>
              </a:spcBef>
              <a:spcAft>
                <a:spcPts val="0"/>
              </a:spcAft>
              <a:buNone/>
              <a:defRPr sz="1000"/>
            </a:lvl6pPr>
            <a:lvl7pPr lvl="6">
              <a:lnSpc>
                <a:spcPct val="115000"/>
              </a:lnSpc>
              <a:spcBef>
                <a:spcPts val="0"/>
              </a:spcBef>
              <a:spcAft>
                <a:spcPts val="0"/>
              </a:spcAft>
              <a:buNone/>
              <a:defRPr sz="1000"/>
            </a:lvl7pPr>
            <a:lvl8pPr lvl="7">
              <a:lnSpc>
                <a:spcPct val="115000"/>
              </a:lnSpc>
              <a:spcBef>
                <a:spcPts val="0"/>
              </a:spcBef>
              <a:spcAft>
                <a:spcPts val="0"/>
              </a:spcAft>
              <a:buNone/>
              <a:defRPr sz="1000"/>
            </a:lvl8pPr>
            <a:lvl9pPr lvl="8">
              <a:lnSpc>
                <a:spcPct val="115000"/>
              </a:lnSpc>
              <a:spcBef>
                <a:spcPts val="0"/>
              </a:spcBef>
              <a:spcAft>
                <a:spcPts val="0"/>
              </a:spcAft>
              <a:buNone/>
              <a:defRPr sz="1000"/>
            </a:lvl9pPr>
          </a:lstStyle>
          <a:p/>
        </p:txBody>
      </p:sp>
      <p:sp>
        <p:nvSpPr>
          <p:cNvPr id="138" name="Google Shape;138;p15"/>
          <p:cNvSpPr/>
          <p:nvPr>
            <p:ph idx="7" type="pic"/>
          </p:nvPr>
        </p:nvSpPr>
        <p:spPr>
          <a:xfrm>
            <a:off x="6556600" y="1872750"/>
            <a:ext cx="2304000" cy="1111800"/>
          </a:xfrm>
          <a:prstGeom prst="roundRect">
            <a:avLst>
              <a:gd fmla="val 13968" name="adj"/>
            </a:avLst>
          </a:prstGeom>
          <a:noFill/>
          <a:ln>
            <a:noFill/>
          </a:ln>
        </p:spPr>
      </p:sp>
      <p:sp>
        <p:nvSpPr>
          <p:cNvPr id="139" name="Google Shape;139;p15"/>
          <p:cNvSpPr txBox="1"/>
          <p:nvPr>
            <p:ph idx="8" type="title"/>
          </p:nvPr>
        </p:nvSpPr>
        <p:spPr>
          <a:xfrm>
            <a:off x="1733150" y="3312769"/>
            <a:ext cx="2305800" cy="367500"/>
          </a:xfrm>
          <a:prstGeom prst="rect">
            <a:avLst/>
          </a:prstGeom>
        </p:spPr>
        <p:txBody>
          <a:bodyPr anchorCtr="0" anchor="t" bIns="0" lIns="182875" spcFirstLastPara="1" rIns="182875" wrap="square" tIns="0">
            <a:spAutoFit/>
          </a:bodyPr>
          <a:lstStyle>
            <a:lvl1pPr lvl="0">
              <a:lnSpc>
                <a:spcPct val="90000"/>
              </a:lnSpc>
              <a:spcBef>
                <a:spcPts val="0"/>
              </a:spcBef>
              <a:spcAft>
                <a:spcPts val="0"/>
              </a:spcAft>
              <a:buNone/>
              <a:defRPr sz="1400"/>
            </a:lvl1pPr>
            <a:lvl2pPr lvl="1">
              <a:lnSpc>
                <a:spcPct val="115000"/>
              </a:lnSpc>
              <a:spcBef>
                <a:spcPts val="0"/>
              </a:spcBef>
              <a:spcAft>
                <a:spcPts val="0"/>
              </a:spcAft>
              <a:buNone/>
              <a:defRPr sz="1400"/>
            </a:lvl2pPr>
            <a:lvl3pPr lvl="2">
              <a:lnSpc>
                <a:spcPct val="115000"/>
              </a:lnSpc>
              <a:spcBef>
                <a:spcPts val="0"/>
              </a:spcBef>
              <a:spcAft>
                <a:spcPts val="0"/>
              </a:spcAft>
              <a:buNone/>
              <a:defRPr sz="1400"/>
            </a:lvl3pPr>
            <a:lvl4pPr lvl="3">
              <a:lnSpc>
                <a:spcPct val="115000"/>
              </a:lnSpc>
              <a:spcBef>
                <a:spcPts val="0"/>
              </a:spcBef>
              <a:spcAft>
                <a:spcPts val="0"/>
              </a:spcAft>
              <a:buNone/>
              <a:defRPr sz="1400"/>
            </a:lvl4pPr>
            <a:lvl5pPr lvl="4">
              <a:lnSpc>
                <a:spcPct val="115000"/>
              </a:lnSpc>
              <a:spcBef>
                <a:spcPts val="0"/>
              </a:spcBef>
              <a:spcAft>
                <a:spcPts val="0"/>
              </a:spcAft>
              <a:buNone/>
              <a:defRPr sz="1400"/>
            </a:lvl5pPr>
            <a:lvl6pPr lvl="5">
              <a:lnSpc>
                <a:spcPct val="115000"/>
              </a:lnSpc>
              <a:spcBef>
                <a:spcPts val="0"/>
              </a:spcBef>
              <a:spcAft>
                <a:spcPts val="0"/>
              </a:spcAft>
              <a:buNone/>
              <a:defRPr sz="1400"/>
            </a:lvl6pPr>
            <a:lvl7pPr lvl="6">
              <a:lnSpc>
                <a:spcPct val="115000"/>
              </a:lnSpc>
              <a:spcBef>
                <a:spcPts val="0"/>
              </a:spcBef>
              <a:spcAft>
                <a:spcPts val="0"/>
              </a:spcAft>
              <a:buNone/>
              <a:defRPr sz="1400"/>
            </a:lvl7pPr>
            <a:lvl8pPr lvl="7">
              <a:lnSpc>
                <a:spcPct val="115000"/>
              </a:lnSpc>
              <a:spcBef>
                <a:spcPts val="0"/>
              </a:spcBef>
              <a:spcAft>
                <a:spcPts val="0"/>
              </a:spcAft>
              <a:buNone/>
              <a:defRPr sz="1400"/>
            </a:lvl8pPr>
            <a:lvl9pPr lvl="8">
              <a:lnSpc>
                <a:spcPct val="115000"/>
              </a:lnSpc>
              <a:spcBef>
                <a:spcPts val="0"/>
              </a:spcBef>
              <a:spcAft>
                <a:spcPts val="0"/>
              </a:spcAft>
              <a:buNone/>
              <a:defRPr sz="1400"/>
            </a:lvl9pPr>
          </a:lstStyle>
          <a:p/>
        </p:txBody>
      </p:sp>
      <p:sp>
        <p:nvSpPr>
          <p:cNvPr id="140" name="Google Shape;140;p15"/>
          <p:cNvSpPr txBox="1"/>
          <p:nvPr>
            <p:ph idx="9" type="title"/>
          </p:nvPr>
        </p:nvSpPr>
        <p:spPr>
          <a:xfrm>
            <a:off x="4143100" y="2984550"/>
            <a:ext cx="2305800" cy="367500"/>
          </a:xfrm>
          <a:prstGeom prst="rect">
            <a:avLst/>
          </a:prstGeom>
        </p:spPr>
        <p:txBody>
          <a:bodyPr anchorCtr="0" anchor="t" bIns="0" lIns="182875" spcFirstLastPara="1" rIns="182875" wrap="square" tIns="182875">
            <a:spAutoFit/>
          </a:bodyPr>
          <a:lstStyle>
            <a:lvl1pPr lvl="0">
              <a:lnSpc>
                <a:spcPct val="90000"/>
              </a:lnSpc>
              <a:spcBef>
                <a:spcPts val="0"/>
              </a:spcBef>
              <a:spcAft>
                <a:spcPts val="0"/>
              </a:spcAft>
              <a:buNone/>
              <a:defRPr sz="1000"/>
            </a:lvl1pPr>
            <a:lvl2pPr lvl="1">
              <a:lnSpc>
                <a:spcPct val="115000"/>
              </a:lnSpc>
              <a:spcBef>
                <a:spcPts val="0"/>
              </a:spcBef>
              <a:spcAft>
                <a:spcPts val="0"/>
              </a:spcAft>
              <a:buNone/>
              <a:defRPr sz="1000"/>
            </a:lvl2pPr>
            <a:lvl3pPr lvl="2">
              <a:lnSpc>
                <a:spcPct val="115000"/>
              </a:lnSpc>
              <a:spcBef>
                <a:spcPts val="0"/>
              </a:spcBef>
              <a:spcAft>
                <a:spcPts val="0"/>
              </a:spcAft>
              <a:buNone/>
              <a:defRPr sz="1000"/>
            </a:lvl3pPr>
            <a:lvl4pPr lvl="3">
              <a:lnSpc>
                <a:spcPct val="115000"/>
              </a:lnSpc>
              <a:spcBef>
                <a:spcPts val="0"/>
              </a:spcBef>
              <a:spcAft>
                <a:spcPts val="0"/>
              </a:spcAft>
              <a:buNone/>
              <a:defRPr sz="1000"/>
            </a:lvl4pPr>
            <a:lvl5pPr lvl="4">
              <a:lnSpc>
                <a:spcPct val="115000"/>
              </a:lnSpc>
              <a:spcBef>
                <a:spcPts val="0"/>
              </a:spcBef>
              <a:spcAft>
                <a:spcPts val="0"/>
              </a:spcAft>
              <a:buNone/>
              <a:defRPr sz="1000"/>
            </a:lvl5pPr>
            <a:lvl6pPr lvl="5">
              <a:lnSpc>
                <a:spcPct val="115000"/>
              </a:lnSpc>
              <a:spcBef>
                <a:spcPts val="0"/>
              </a:spcBef>
              <a:spcAft>
                <a:spcPts val="0"/>
              </a:spcAft>
              <a:buNone/>
              <a:defRPr sz="1000"/>
            </a:lvl6pPr>
            <a:lvl7pPr lvl="6">
              <a:lnSpc>
                <a:spcPct val="115000"/>
              </a:lnSpc>
              <a:spcBef>
                <a:spcPts val="0"/>
              </a:spcBef>
              <a:spcAft>
                <a:spcPts val="0"/>
              </a:spcAft>
              <a:buNone/>
              <a:defRPr sz="1000"/>
            </a:lvl7pPr>
            <a:lvl8pPr lvl="7">
              <a:lnSpc>
                <a:spcPct val="115000"/>
              </a:lnSpc>
              <a:spcBef>
                <a:spcPts val="0"/>
              </a:spcBef>
              <a:spcAft>
                <a:spcPts val="0"/>
              </a:spcAft>
              <a:buNone/>
              <a:defRPr sz="1000"/>
            </a:lvl8pPr>
            <a:lvl9pPr lvl="8">
              <a:lnSpc>
                <a:spcPct val="115000"/>
              </a:lnSpc>
              <a:spcBef>
                <a:spcPts val="0"/>
              </a:spcBef>
              <a:spcAft>
                <a:spcPts val="0"/>
              </a:spcAft>
              <a:buNone/>
              <a:defRPr sz="1000"/>
            </a:lvl9pPr>
          </a:lstStyle>
          <a:p/>
        </p:txBody>
      </p:sp>
      <p:sp>
        <p:nvSpPr>
          <p:cNvPr id="141" name="Google Shape;141;p15"/>
          <p:cNvSpPr txBox="1"/>
          <p:nvPr>
            <p:ph idx="13" type="title"/>
          </p:nvPr>
        </p:nvSpPr>
        <p:spPr>
          <a:xfrm>
            <a:off x="4143100" y="3312769"/>
            <a:ext cx="2305800" cy="367500"/>
          </a:xfrm>
          <a:prstGeom prst="rect">
            <a:avLst/>
          </a:prstGeom>
        </p:spPr>
        <p:txBody>
          <a:bodyPr anchorCtr="0" anchor="t" bIns="0" lIns="182875" spcFirstLastPara="1" rIns="182875" wrap="square" tIns="0">
            <a:spAutoFit/>
          </a:bodyPr>
          <a:lstStyle>
            <a:lvl1pPr lvl="0">
              <a:lnSpc>
                <a:spcPct val="90000"/>
              </a:lnSpc>
              <a:spcBef>
                <a:spcPts val="0"/>
              </a:spcBef>
              <a:spcAft>
                <a:spcPts val="0"/>
              </a:spcAft>
              <a:buNone/>
              <a:defRPr sz="1400"/>
            </a:lvl1pPr>
            <a:lvl2pPr lvl="1">
              <a:lnSpc>
                <a:spcPct val="115000"/>
              </a:lnSpc>
              <a:spcBef>
                <a:spcPts val="0"/>
              </a:spcBef>
              <a:spcAft>
                <a:spcPts val="0"/>
              </a:spcAft>
              <a:buNone/>
              <a:defRPr sz="1400"/>
            </a:lvl2pPr>
            <a:lvl3pPr lvl="2">
              <a:lnSpc>
                <a:spcPct val="115000"/>
              </a:lnSpc>
              <a:spcBef>
                <a:spcPts val="0"/>
              </a:spcBef>
              <a:spcAft>
                <a:spcPts val="0"/>
              </a:spcAft>
              <a:buNone/>
              <a:defRPr sz="1400"/>
            </a:lvl3pPr>
            <a:lvl4pPr lvl="3">
              <a:lnSpc>
                <a:spcPct val="115000"/>
              </a:lnSpc>
              <a:spcBef>
                <a:spcPts val="0"/>
              </a:spcBef>
              <a:spcAft>
                <a:spcPts val="0"/>
              </a:spcAft>
              <a:buNone/>
              <a:defRPr sz="1400"/>
            </a:lvl4pPr>
            <a:lvl5pPr lvl="4">
              <a:lnSpc>
                <a:spcPct val="115000"/>
              </a:lnSpc>
              <a:spcBef>
                <a:spcPts val="0"/>
              </a:spcBef>
              <a:spcAft>
                <a:spcPts val="0"/>
              </a:spcAft>
              <a:buNone/>
              <a:defRPr sz="1400"/>
            </a:lvl5pPr>
            <a:lvl6pPr lvl="5">
              <a:lnSpc>
                <a:spcPct val="115000"/>
              </a:lnSpc>
              <a:spcBef>
                <a:spcPts val="0"/>
              </a:spcBef>
              <a:spcAft>
                <a:spcPts val="0"/>
              </a:spcAft>
              <a:buNone/>
              <a:defRPr sz="1400"/>
            </a:lvl6pPr>
            <a:lvl7pPr lvl="6">
              <a:lnSpc>
                <a:spcPct val="115000"/>
              </a:lnSpc>
              <a:spcBef>
                <a:spcPts val="0"/>
              </a:spcBef>
              <a:spcAft>
                <a:spcPts val="0"/>
              </a:spcAft>
              <a:buNone/>
              <a:defRPr sz="1400"/>
            </a:lvl7pPr>
            <a:lvl8pPr lvl="7">
              <a:lnSpc>
                <a:spcPct val="115000"/>
              </a:lnSpc>
              <a:spcBef>
                <a:spcPts val="0"/>
              </a:spcBef>
              <a:spcAft>
                <a:spcPts val="0"/>
              </a:spcAft>
              <a:buNone/>
              <a:defRPr sz="1400"/>
            </a:lvl8pPr>
            <a:lvl9pPr lvl="8">
              <a:lnSpc>
                <a:spcPct val="115000"/>
              </a:lnSpc>
              <a:spcBef>
                <a:spcPts val="0"/>
              </a:spcBef>
              <a:spcAft>
                <a:spcPts val="0"/>
              </a:spcAft>
              <a:buNone/>
              <a:defRPr sz="1400"/>
            </a:lvl9pPr>
          </a:lstStyle>
          <a:p/>
        </p:txBody>
      </p:sp>
      <p:sp>
        <p:nvSpPr>
          <p:cNvPr id="142" name="Google Shape;142;p15"/>
          <p:cNvSpPr txBox="1"/>
          <p:nvPr>
            <p:ph idx="14" type="title"/>
          </p:nvPr>
        </p:nvSpPr>
        <p:spPr>
          <a:xfrm>
            <a:off x="6553050" y="2984550"/>
            <a:ext cx="2305800" cy="367500"/>
          </a:xfrm>
          <a:prstGeom prst="rect">
            <a:avLst/>
          </a:prstGeom>
        </p:spPr>
        <p:txBody>
          <a:bodyPr anchorCtr="0" anchor="t" bIns="0" lIns="182875" spcFirstLastPara="1" rIns="182875" wrap="square" tIns="182875">
            <a:spAutoFit/>
          </a:bodyPr>
          <a:lstStyle>
            <a:lvl1pPr lvl="0">
              <a:lnSpc>
                <a:spcPct val="90000"/>
              </a:lnSpc>
              <a:spcBef>
                <a:spcPts val="0"/>
              </a:spcBef>
              <a:spcAft>
                <a:spcPts val="0"/>
              </a:spcAft>
              <a:buNone/>
              <a:defRPr sz="1000"/>
            </a:lvl1pPr>
            <a:lvl2pPr lvl="1">
              <a:lnSpc>
                <a:spcPct val="115000"/>
              </a:lnSpc>
              <a:spcBef>
                <a:spcPts val="0"/>
              </a:spcBef>
              <a:spcAft>
                <a:spcPts val="0"/>
              </a:spcAft>
              <a:buNone/>
              <a:defRPr sz="1000"/>
            </a:lvl2pPr>
            <a:lvl3pPr lvl="2">
              <a:lnSpc>
                <a:spcPct val="115000"/>
              </a:lnSpc>
              <a:spcBef>
                <a:spcPts val="0"/>
              </a:spcBef>
              <a:spcAft>
                <a:spcPts val="0"/>
              </a:spcAft>
              <a:buNone/>
              <a:defRPr sz="1000"/>
            </a:lvl3pPr>
            <a:lvl4pPr lvl="3">
              <a:lnSpc>
                <a:spcPct val="115000"/>
              </a:lnSpc>
              <a:spcBef>
                <a:spcPts val="0"/>
              </a:spcBef>
              <a:spcAft>
                <a:spcPts val="0"/>
              </a:spcAft>
              <a:buNone/>
              <a:defRPr sz="1000"/>
            </a:lvl4pPr>
            <a:lvl5pPr lvl="4">
              <a:lnSpc>
                <a:spcPct val="115000"/>
              </a:lnSpc>
              <a:spcBef>
                <a:spcPts val="0"/>
              </a:spcBef>
              <a:spcAft>
                <a:spcPts val="0"/>
              </a:spcAft>
              <a:buNone/>
              <a:defRPr sz="1000"/>
            </a:lvl5pPr>
            <a:lvl6pPr lvl="5">
              <a:lnSpc>
                <a:spcPct val="115000"/>
              </a:lnSpc>
              <a:spcBef>
                <a:spcPts val="0"/>
              </a:spcBef>
              <a:spcAft>
                <a:spcPts val="0"/>
              </a:spcAft>
              <a:buNone/>
              <a:defRPr sz="1000"/>
            </a:lvl6pPr>
            <a:lvl7pPr lvl="6">
              <a:lnSpc>
                <a:spcPct val="115000"/>
              </a:lnSpc>
              <a:spcBef>
                <a:spcPts val="0"/>
              </a:spcBef>
              <a:spcAft>
                <a:spcPts val="0"/>
              </a:spcAft>
              <a:buNone/>
              <a:defRPr sz="1000"/>
            </a:lvl7pPr>
            <a:lvl8pPr lvl="7">
              <a:lnSpc>
                <a:spcPct val="115000"/>
              </a:lnSpc>
              <a:spcBef>
                <a:spcPts val="0"/>
              </a:spcBef>
              <a:spcAft>
                <a:spcPts val="0"/>
              </a:spcAft>
              <a:buNone/>
              <a:defRPr sz="1000"/>
            </a:lvl8pPr>
            <a:lvl9pPr lvl="8">
              <a:lnSpc>
                <a:spcPct val="115000"/>
              </a:lnSpc>
              <a:spcBef>
                <a:spcPts val="0"/>
              </a:spcBef>
              <a:spcAft>
                <a:spcPts val="0"/>
              </a:spcAft>
              <a:buNone/>
              <a:defRPr sz="1000"/>
            </a:lvl9pPr>
          </a:lstStyle>
          <a:p/>
        </p:txBody>
      </p:sp>
      <p:sp>
        <p:nvSpPr>
          <p:cNvPr id="143" name="Google Shape;143;p15"/>
          <p:cNvSpPr txBox="1"/>
          <p:nvPr>
            <p:ph idx="15" type="title"/>
          </p:nvPr>
        </p:nvSpPr>
        <p:spPr>
          <a:xfrm>
            <a:off x="6553050" y="3312769"/>
            <a:ext cx="2305800" cy="367500"/>
          </a:xfrm>
          <a:prstGeom prst="rect">
            <a:avLst/>
          </a:prstGeom>
        </p:spPr>
        <p:txBody>
          <a:bodyPr anchorCtr="0" anchor="t" bIns="0" lIns="182875" spcFirstLastPara="1" rIns="182875" wrap="square" tIns="0">
            <a:spAutoFit/>
          </a:bodyPr>
          <a:lstStyle>
            <a:lvl1pPr lvl="0">
              <a:lnSpc>
                <a:spcPct val="90000"/>
              </a:lnSpc>
              <a:spcBef>
                <a:spcPts val="0"/>
              </a:spcBef>
              <a:spcAft>
                <a:spcPts val="0"/>
              </a:spcAft>
              <a:buNone/>
              <a:defRPr sz="1400"/>
            </a:lvl1pPr>
            <a:lvl2pPr lvl="1">
              <a:lnSpc>
                <a:spcPct val="115000"/>
              </a:lnSpc>
              <a:spcBef>
                <a:spcPts val="0"/>
              </a:spcBef>
              <a:spcAft>
                <a:spcPts val="0"/>
              </a:spcAft>
              <a:buNone/>
              <a:defRPr sz="1400"/>
            </a:lvl2pPr>
            <a:lvl3pPr lvl="2">
              <a:lnSpc>
                <a:spcPct val="115000"/>
              </a:lnSpc>
              <a:spcBef>
                <a:spcPts val="0"/>
              </a:spcBef>
              <a:spcAft>
                <a:spcPts val="0"/>
              </a:spcAft>
              <a:buNone/>
              <a:defRPr sz="1400"/>
            </a:lvl3pPr>
            <a:lvl4pPr lvl="3">
              <a:lnSpc>
                <a:spcPct val="115000"/>
              </a:lnSpc>
              <a:spcBef>
                <a:spcPts val="0"/>
              </a:spcBef>
              <a:spcAft>
                <a:spcPts val="0"/>
              </a:spcAft>
              <a:buNone/>
              <a:defRPr sz="1400"/>
            </a:lvl4pPr>
            <a:lvl5pPr lvl="4">
              <a:lnSpc>
                <a:spcPct val="115000"/>
              </a:lnSpc>
              <a:spcBef>
                <a:spcPts val="0"/>
              </a:spcBef>
              <a:spcAft>
                <a:spcPts val="0"/>
              </a:spcAft>
              <a:buNone/>
              <a:defRPr sz="1400"/>
            </a:lvl5pPr>
            <a:lvl6pPr lvl="5">
              <a:lnSpc>
                <a:spcPct val="115000"/>
              </a:lnSpc>
              <a:spcBef>
                <a:spcPts val="0"/>
              </a:spcBef>
              <a:spcAft>
                <a:spcPts val="0"/>
              </a:spcAft>
              <a:buNone/>
              <a:defRPr sz="1400"/>
            </a:lvl6pPr>
            <a:lvl7pPr lvl="6">
              <a:lnSpc>
                <a:spcPct val="115000"/>
              </a:lnSpc>
              <a:spcBef>
                <a:spcPts val="0"/>
              </a:spcBef>
              <a:spcAft>
                <a:spcPts val="0"/>
              </a:spcAft>
              <a:buNone/>
              <a:defRPr sz="1400"/>
            </a:lvl7pPr>
            <a:lvl8pPr lvl="7">
              <a:lnSpc>
                <a:spcPct val="115000"/>
              </a:lnSpc>
              <a:spcBef>
                <a:spcPts val="0"/>
              </a:spcBef>
              <a:spcAft>
                <a:spcPts val="0"/>
              </a:spcAft>
              <a:buNone/>
              <a:defRPr sz="1400"/>
            </a:lvl8pPr>
            <a:lvl9pPr lvl="8">
              <a:lnSpc>
                <a:spcPct val="115000"/>
              </a:lnSpc>
              <a:spcBef>
                <a:spcPts val="0"/>
              </a:spcBef>
              <a:spcAft>
                <a:spcPts val="0"/>
              </a:spcAft>
              <a:buNone/>
              <a:defRPr sz="1400"/>
            </a:lvl9pPr>
          </a:lstStyle>
          <a:p/>
        </p:txBody>
      </p:sp>
      <p:sp>
        <p:nvSpPr>
          <p:cNvPr id="144" name="Google Shape;144;p15"/>
          <p:cNvSpPr txBox="1"/>
          <p:nvPr>
            <p:ph idx="16" type="subTitle"/>
          </p:nvPr>
        </p:nvSpPr>
        <p:spPr>
          <a:xfrm>
            <a:off x="1731400" y="4750800"/>
            <a:ext cx="1340700" cy="1032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600"/>
            </a:lvl1pPr>
            <a:lvl2pPr lvl="1">
              <a:spcBef>
                <a:spcPts val="0"/>
              </a:spcBef>
              <a:spcAft>
                <a:spcPts val="0"/>
              </a:spcAft>
              <a:buClr>
                <a:schemeClr val="lt1"/>
              </a:buClr>
              <a:buSzPts val="600"/>
              <a:buNone/>
              <a:defRPr sz="600"/>
            </a:lvl2pPr>
            <a:lvl3pPr lvl="2">
              <a:spcBef>
                <a:spcPts val="0"/>
              </a:spcBef>
              <a:spcAft>
                <a:spcPts val="0"/>
              </a:spcAft>
              <a:buClr>
                <a:schemeClr val="lt1"/>
              </a:buClr>
              <a:buSzPts val="600"/>
              <a:buNone/>
              <a:defRPr sz="600"/>
            </a:lvl3pPr>
            <a:lvl4pPr lvl="3">
              <a:spcBef>
                <a:spcPts val="0"/>
              </a:spcBef>
              <a:spcAft>
                <a:spcPts val="0"/>
              </a:spcAft>
              <a:buClr>
                <a:schemeClr val="lt1"/>
              </a:buClr>
              <a:buSzPts val="600"/>
              <a:buNone/>
              <a:defRPr sz="600"/>
            </a:lvl4pPr>
            <a:lvl5pPr lvl="4">
              <a:spcBef>
                <a:spcPts val="0"/>
              </a:spcBef>
              <a:spcAft>
                <a:spcPts val="0"/>
              </a:spcAft>
              <a:buClr>
                <a:schemeClr val="lt1"/>
              </a:buClr>
              <a:buSzPts val="600"/>
              <a:buNone/>
              <a:defRPr sz="600"/>
            </a:lvl5pPr>
            <a:lvl6pPr lvl="5">
              <a:spcBef>
                <a:spcPts val="0"/>
              </a:spcBef>
              <a:spcAft>
                <a:spcPts val="0"/>
              </a:spcAft>
              <a:buClr>
                <a:schemeClr val="lt1"/>
              </a:buClr>
              <a:buSzPts val="600"/>
              <a:buNone/>
              <a:defRPr sz="600"/>
            </a:lvl6pPr>
            <a:lvl7pPr lvl="6">
              <a:spcBef>
                <a:spcPts val="0"/>
              </a:spcBef>
              <a:spcAft>
                <a:spcPts val="0"/>
              </a:spcAft>
              <a:buClr>
                <a:schemeClr val="lt1"/>
              </a:buClr>
              <a:buSzPts val="600"/>
              <a:buNone/>
              <a:defRPr sz="600"/>
            </a:lvl7pPr>
            <a:lvl8pPr lvl="7">
              <a:spcBef>
                <a:spcPts val="0"/>
              </a:spcBef>
              <a:spcAft>
                <a:spcPts val="0"/>
              </a:spcAft>
              <a:buClr>
                <a:schemeClr val="lt1"/>
              </a:buClr>
              <a:buSzPts val="600"/>
              <a:buNone/>
              <a:defRPr sz="600"/>
            </a:lvl8pPr>
            <a:lvl9pPr lvl="8">
              <a:spcBef>
                <a:spcPts val="0"/>
              </a:spcBef>
              <a:spcAft>
                <a:spcPts val="0"/>
              </a:spcAft>
              <a:buClr>
                <a:schemeClr val="lt1"/>
              </a:buClr>
              <a:buSzPts val="600"/>
              <a:buNone/>
              <a:defRPr sz="600"/>
            </a:lvl9pPr>
          </a:lstStyle>
          <a:p/>
        </p:txBody>
      </p:sp>
      <p:sp>
        <p:nvSpPr>
          <p:cNvPr id="145" name="Google Shape;145;p15"/>
          <p:cNvSpPr txBox="1"/>
          <p:nvPr>
            <p:ph idx="17" type="subTitle"/>
          </p:nvPr>
        </p:nvSpPr>
        <p:spPr>
          <a:xfrm>
            <a:off x="7518500" y="4750800"/>
            <a:ext cx="1340700" cy="103200"/>
          </a:xfrm>
          <a:prstGeom prst="rect">
            <a:avLst/>
          </a:prstGeom>
        </p:spPr>
        <p:txBody>
          <a:bodyPr anchorCtr="0" anchor="t" bIns="0" lIns="0" spcFirstLastPara="1" rIns="0" wrap="square" tIns="0">
            <a:noAutofit/>
          </a:bodyPr>
          <a:lstStyle>
            <a:lvl1pPr lvl="0" algn="r">
              <a:lnSpc>
                <a:spcPct val="115000"/>
              </a:lnSpc>
              <a:spcBef>
                <a:spcPts val="0"/>
              </a:spcBef>
              <a:spcAft>
                <a:spcPts val="0"/>
              </a:spcAft>
              <a:buNone/>
              <a:defRPr sz="600"/>
            </a:lvl1pPr>
            <a:lvl2pPr lvl="1" algn="r">
              <a:spcBef>
                <a:spcPts val="0"/>
              </a:spcBef>
              <a:spcAft>
                <a:spcPts val="0"/>
              </a:spcAft>
              <a:buClr>
                <a:schemeClr val="lt1"/>
              </a:buClr>
              <a:buSzPts val="600"/>
              <a:buNone/>
              <a:defRPr sz="600"/>
            </a:lvl2pPr>
            <a:lvl3pPr lvl="2" algn="r">
              <a:spcBef>
                <a:spcPts val="0"/>
              </a:spcBef>
              <a:spcAft>
                <a:spcPts val="0"/>
              </a:spcAft>
              <a:buClr>
                <a:schemeClr val="lt1"/>
              </a:buClr>
              <a:buSzPts val="600"/>
              <a:buNone/>
              <a:defRPr sz="600"/>
            </a:lvl3pPr>
            <a:lvl4pPr lvl="3" algn="r">
              <a:spcBef>
                <a:spcPts val="0"/>
              </a:spcBef>
              <a:spcAft>
                <a:spcPts val="0"/>
              </a:spcAft>
              <a:buClr>
                <a:schemeClr val="lt1"/>
              </a:buClr>
              <a:buSzPts val="600"/>
              <a:buNone/>
              <a:defRPr sz="600"/>
            </a:lvl4pPr>
            <a:lvl5pPr lvl="4" algn="r">
              <a:spcBef>
                <a:spcPts val="0"/>
              </a:spcBef>
              <a:spcAft>
                <a:spcPts val="0"/>
              </a:spcAft>
              <a:buClr>
                <a:schemeClr val="lt1"/>
              </a:buClr>
              <a:buSzPts val="600"/>
              <a:buNone/>
              <a:defRPr sz="600"/>
            </a:lvl5pPr>
            <a:lvl6pPr lvl="5" algn="r">
              <a:spcBef>
                <a:spcPts val="0"/>
              </a:spcBef>
              <a:spcAft>
                <a:spcPts val="0"/>
              </a:spcAft>
              <a:buClr>
                <a:schemeClr val="lt1"/>
              </a:buClr>
              <a:buSzPts val="600"/>
              <a:buNone/>
              <a:defRPr sz="600"/>
            </a:lvl6pPr>
            <a:lvl7pPr lvl="6" algn="r">
              <a:spcBef>
                <a:spcPts val="0"/>
              </a:spcBef>
              <a:spcAft>
                <a:spcPts val="0"/>
              </a:spcAft>
              <a:buClr>
                <a:schemeClr val="lt1"/>
              </a:buClr>
              <a:buSzPts val="600"/>
              <a:buNone/>
              <a:defRPr sz="600"/>
            </a:lvl7pPr>
            <a:lvl8pPr lvl="7" algn="r">
              <a:spcBef>
                <a:spcPts val="0"/>
              </a:spcBef>
              <a:spcAft>
                <a:spcPts val="0"/>
              </a:spcAft>
              <a:buClr>
                <a:schemeClr val="lt1"/>
              </a:buClr>
              <a:buSzPts val="600"/>
              <a:buNone/>
              <a:defRPr sz="600"/>
            </a:lvl8pPr>
            <a:lvl9pPr lvl="8" algn="r">
              <a:spcBef>
                <a:spcPts val="0"/>
              </a:spcBef>
              <a:spcAft>
                <a:spcPts val="0"/>
              </a:spcAft>
              <a:buClr>
                <a:schemeClr val="lt1"/>
              </a:buClr>
              <a:buSzPts val="600"/>
              <a:buNone/>
              <a:defRPr sz="600"/>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8">
  <p:cSld name="BLANK_1_1_1_1_1_1_1_1_1_1_1_1_1_1_4_3">
    <p:spTree>
      <p:nvGrpSpPr>
        <p:cNvPr id="146" name="Shape 146"/>
        <p:cNvGrpSpPr/>
        <p:nvPr/>
      </p:nvGrpSpPr>
      <p:grpSpPr>
        <a:xfrm>
          <a:off x="0" y="0"/>
          <a:ext cx="0" cy="0"/>
          <a:chOff x="0" y="0"/>
          <a:chExt cx="0" cy="0"/>
        </a:xfrm>
      </p:grpSpPr>
      <p:sp>
        <p:nvSpPr>
          <p:cNvPr id="147" name="Google Shape;147;p16"/>
          <p:cNvSpPr txBox="1"/>
          <p:nvPr>
            <p:ph idx="1" type="body"/>
          </p:nvPr>
        </p:nvSpPr>
        <p:spPr>
          <a:xfrm>
            <a:off x="1731400" y="2542773"/>
            <a:ext cx="2304900" cy="2092200"/>
          </a:xfrm>
          <a:prstGeom prst="rect">
            <a:avLst/>
          </a:prstGeom>
        </p:spPr>
        <p:txBody>
          <a:bodyPr anchorCtr="0" anchor="b" bIns="274300" lIns="182875" spcFirstLastPara="1" rIns="182875" wrap="square" tIns="0">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148" name="Google Shape;148;p16"/>
          <p:cNvSpPr txBox="1"/>
          <p:nvPr>
            <p:ph idx="2" type="body"/>
          </p:nvPr>
        </p:nvSpPr>
        <p:spPr>
          <a:xfrm>
            <a:off x="4143075" y="2542773"/>
            <a:ext cx="2304900" cy="2092200"/>
          </a:xfrm>
          <a:prstGeom prst="rect">
            <a:avLst/>
          </a:prstGeom>
        </p:spPr>
        <p:txBody>
          <a:bodyPr anchorCtr="0" anchor="b" bIns="274300" lIns="182875" spcFirstLastPara="1" rIns="182875" wrap="square" tIns="0">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149" name="Google Shape;149;p16"/>
          <p:cNvSpPr txBox="1"/>
          <p:nvPr>
            <p:ph idx="3" type="body"/>
          </p:nvPr>
        </p:nvSpPr>
        <p:spPr>
          <a:xfrm>
            <a:off x="6554750" y="2542773"/>
            <a:ext cx="2304900" cy="2092200"/>
          </a:xfrm>
          <a:prstGeom prst="rect">
            <a:avLst/>
          </a:prstGeom>
        </p:spPr>
        <p:txBody>
          <a:bodyPr anchorCtr="0" anchor="b" bIns="274300" lIns="182875" spcFirstLastPara="1" rIns="182875" wrap="square" tIns="0">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150" name="Google Shape;150;p16"/>
          <p:cNvSpPr txBox="1"/>
          <p:nvPr>
            <p:ph idx="4" type="subTitle"/>
          </p:nvPr>
        </p:nvSpPr>
        <p:spPr>
          <a:xfrm>
            <a:off x="1731400" y="1463500"/>
            <a:ext cx="1340700" cy="153900"/>
          </a:xfrm>
          <a:prstGeom prst="rect">
            <a:avLst/>
          </a:prstGeom>
        </p:spPr>
        <p:txBody>
          <a:bodyPr anchorCtr="0" anchor="t" bIns="0" lIns="182875" spcFirstLastPara="1" rIns="91425" wrap="square" tIns="0">
            <a:noAutofit/>
          </a:bodyPr>
          <a:lstStyle>
            <a:lvl1pPr lvl="0">
              <a:spcBef>
                <a:spcPts val="0"/>
              </a:spcBef>
              <a:spcAft>
                <a:spcPts val="0"/>
              </a:spcAft>
              <a:buNone/>
              <a:defRPr b="1" sz="1000">
                <a:latin typeface="Outfit"/>
                <a:ea typeface="Outfit"/>
                <a:cs typeface="Outfit"/>
                <a:sym typeface="Outfit"/>
              </a:defRPr>
            </a:lvl1pPr>
            <a:lvl2pPr lvl="1">
              <a:spcBef>
                <a:spcPts val="0"/>
              </a:spcBef>
              <a:spcAft>
                <a:spcPts val="0"/>
              </a:spcAft>
              <a:buSzPts val="1000"/>
              <a:buFont typeface="Outfit"/>
              <a:buNone/>
              <a:defRPr sz="1000">
                <a:latin typeface="Outfit"/>
                <a:ea typeface="Outfit"/>
                <a:cs typeface="Outfit"/>
                <a:sym typeface="Outfit"/>
              </a:defRPr>
            </a:lvl2pPr>
            <a:lvl3pPr lvl="2">
              <a:spcBef>
                <a:spcPts val="0"/>
              </a:spcBef>
              <a:spcAft>
                <a:spcPts val="0"/>
              </a:spcAft>
              <a:buSzPts val="1000"/>
              <a:buFont typeface="Outfit"/>
              <a:buNone/>
              <a:defRPr sz="1000">
                <a:latin typeface="Outfit"/>
                <a:ea typeface="Outfit"/>
                <a:cs typeface="Outfit"/>
                <a:sym typeface="Outfit"/>
              </a:defRPr>
            </a:lvl3pPr>
            <a:lvl4pPr lvl="3">
              <a:spcBef>
                <a:spcPts val="0"/>
              </a:spcBef>
              <a:spcAft>
                <a:spcPts val="0"/>
              </a:spcAft>
              <a:buSzPts val="1000"/>
              <a:buFont typeface="Outfit"/>
              <a:buNone/>
              <a:defRPr sz="1000">
                <a:latin typeface="Outfit"/>
                <a:ea typeface="Outfit"/>
                <a:cs typeface="Outfit"/>
                <a:sym typeface="Outfit"/>
              </a:defRPr>
            </a:lvl4pPr>
            <a:lvl5pPr lvl="4">
              <a:spcBef>
                <a:spcPts val="0"/>
              </a:spcBef>
              <a:spcAft>
                <a:spcPts val="0"/>
              </a:spcAft>
              <a:buSzPts val="1000"/>
              <a:buFont typeface="Outfit"/>
              <a:buNone/>
              <a:defRPr sz="1000">
                <a:latin typeface="Outfit"/>
                <a:ea typeface="Outfit"/>
                <a:cs typeface="Outfit"/>
                <a:sym typeface="Outfit"/>
              </a:defRPr>
            </a:lvl5pPr>
            <a:lvl6pPr lvl="5">
              <a:spcBef>
                <a:spcPts val="0"/>
              </a:spcBef>
              <a:spcAft>
                <a:spcPts val="0"/>
              </a:spcAft>
              <a:buSzPts val="1000"/>
              <a:buFont typeface="Outfit"/>
              <a:buNone/>
              <a:defRPr sz="1000">
                <a:latin typeface="Outfit"/>
                <a:ea typeface="Outfit"/>
                <a:cs typeface="Outfit"/>
                <a:sym typeface="Outfit"/>
              </a:defRPr>
            </a:lvl6pPr>
            <a:lvl7pPr lvl="6">
              <a:spcBef>
                <a:spcPts val="0"/>
              </a:spcBef>
              <a:spcAft>
                <a:spcPts val="0"/>
              </a:spcAft>
              <a:buSzPts val="1000"/>
              <a:buFont typeface="Outfit"/>
              <a:buNone/>
              <a:defRPr sz="1000">
                <a:latin typeface="Outfit"/>
                <a:ea typeface="Outfit"/>
                <a:cs typeface="Outfit"/>
                <a:sym typeface="Outfit"/>
              </a:defRPr>
            </a:lvl7pPr>
            <a:lvl8pPr lvl="7">
              <a:spcBef>
                <a:spcPts val="0"/>
              </a:spcBef>
              <a:spcAft>
                <a:spcPts val="0"/>
              </a:spcAft>
              <a:buSzPts val="1000"/>
              <a:buFont typeface="Outfit"/>
              <a:buNone/>
              <a:defRPr sz="1000">
                <a:latin typeface="Outfit"/>
                <a:ea typeface="Outfit"/>
                <a:cs typeface="Outfit"/>
                <a:sym typeface="Outfit"/>
              </a:defRPr>
            </a:lvl8pPr>
            <a:lvl9pPr lvl="8">
              <a:spcBef>
                <a:spcPts val="0"/>
              </a:spcBef>
              <a:spcAft>
                <a:spcPts val="0"/>
              </a:spcAft>
              <a:buSzPts val="1000"/>
              <a:buFont typeface="Outfit"/>
              <a:buNone/>
              <a:defRPr sz="1000">
                <a:latin typeface="Outfit"/>
                <a:ea typeface="Outfit"/>
                <a:cs typeface="Outfit"/>
                <a:sym typeface="Outfit"/>
              </a:defRPr>
            </a:lvl9pPr>
          </a:lstStyle>
          <a:p/>
        </p:txBody>
      </p:sp>
      <p:sp>
        <p:nvSpPr>
          <p:cNvPr id="151" name="Google Shape;151;p16"/>
          <p:cNvSpPr txBox="1"/>
          <p:nvPr>
            <p:ph idx="5" type="subTitle"/>
          </p:nvPr>
        </p:nvSpPr>
        <p:spPr>
          <a:xfrm>
            <a:off x="4143075" y="1463500"/>
            <a:ext cx="1340700" cy="153900"/>
          </a:xfrm>
          <a:prstGeom prst="rect">
            <a:avLst/>
          </a:prstGeom>
        </p:spPr>
        <p:txBody>
          <a:bodyPr anchorCtr="0" anchor="t" bIns="0" lIns="182875" spcFirstLastPara="1" rIns="91425" wrap="square" tIns="0">
            <a:noAutofit/>
          </a:bodyPr>
          <a:lstStyle>
            <a:lvl1pPr lvl="0">
              <a:spcBef>
                <a:spcPts val="0"/>
              </a:spcBef>
              <a:spcAft>
                <a:spcPts val="0"/>
              </a:spcAft>
              <a:buNone/>
              <a:defRPr b="1" sz="1000">
                <a:latin typeface="Outfit"/>
                <a:ea typeface="Outfit"/>
                <a:cs typeface="Outfit"/>
                <a:sym typeface="Outfit"/>
              </a:defRPr>
            </a:lvl1pPr>
            <a:lvl2pPr lvl="1">
              <a:spcBef>
                <a:spcPts val="0"/>
              </a:spcBef>
              <a:spcAft>
                <a:spcPts val="0"/>
              </a:spcAft>
              <a:buSzPts val="1000"/>
              <a:buFont typeface="Outfit"/>
              <a:buNone/>
              <a:defRPr sz="1000">
                <a:latin typeface="Outfit"/>
                <a:ea typeface="Outfit"/>
                <a:cs typeface="Outfit"/>
                <a:sym typeface="Outfit"/>
              </a:defRPr>
            </a:lvl2pPr>
            <a:lvl3pPr lvl="2">
              <a:spcBef>
                <a:spcPts val="0"/>
              </a:spcBef>
              <a:spcAft>
                <a:spcPts val="0"/>
              </a:spcAft>
              <a:buSzPts val="1000"/>
              <a:buFont typeface="Outfit"/>
              <a:buNone/>
              <a:defRPr sz="1000">
                <a:latin typeface="Outfit"/>
                <a:ea typeface="Outfit"/>
                <a:cs typeface="Outfit"/>
                <a:sym typeface="Outfit"/>
              </a:defRPr>
            </a:lvl3pPr>
            <a:lvl4pPr lvl="3">
              <a:spcBef>
                <a:spcPts val="0"/>
              </a:spcBef>
              <a:spcAft>
                <a:spcPts val="0"/>
              </a:spcAft>
              <a:buSzPts val="1000"/>
              <a:buFont typeface="Outfit"/>
              <a:buNone/>
              <a:defRPr sz="1000">
                <a:latin typeface="Outfit"/>
                <a:ea typeface="Outfit"/>
                <a:cs typeface="Outfit"/>
                <a:sym typeface="Outfit"/>
              </a:defRPr>
            </a:lvl4pPr>
            <a:lvl5pPr lvl="4">
              <a:spcBef>
                <a:spcPts val="0"/>
              </a:spcBef>
              <a:spcAft>
                <a:spcPts val="0"/>
              </a:spcAft>
              <a:buSzPts val="1000"/>
              <a:buFont typeface="Outfit"/>
              <a:buNone/>
              <a:defRPr sz="1000">
                <a:latin typeface="Outfit"/>
                <a:ea typeface="Outfit"/>
                <a:cs typeface="Outfit"/>
                <a:sym typeface="Outfit"/>
              </a:defRPr>
            </a:lvl5pPr>
            <a:lvl6pPr lvl="5">
              <a:spcBef>
                <a:spcPts val="0"/>
              </a:spcBef>
              <a:spcAft>
                <a:spcPts val="0"/>
              </a:spcAft>
              <a:buSzPts val="1000"/>
              <a:buFont typeface="Outfit"/>
              <a:buNone/>
              <a:defRPr sz="1000">
                <a:latin typeface="Outfit"/>
                <a:ea typeface="Outfit"/>
                <a:cs typeface="Outfit"/>
                <a:sym typeface="Outfit"/>
              </a:defRPr>
            </a:lvl6pPr>
            <a:lvl7pPr lvl="6">
              <a:spcBef>
                <a:spcPts val="0"/>
              </a:spcBef>
              <a:spcAft>
                <a:spcPts val="0"/>
              </a:spcAft>
              <a:buSzPts val="1000"/>
              <a:buFont typeface="Outfit"/>
              <a:buNone/>
              <a:defRPr sz="1000">
                <a:latin typeface="Outfit"/>
                <a:ea typeface="Outfit"/>
                <a:cs typeface="Outfit"/>
                <a:sym typeface="Outfit"/>
              </a:defRPr>
            </a:lvl7pPr>
            <a:lvl8pPr lvl="7">
              <a:spcBef>
                <a:spcPts val="0"/>
              </a:spcBef>
              <a:spcAft>
                <a:spcPts val="0"/>
              </a:spcAft>
              <a:buSzPts val="1000"/>
              <a:buFont typeface="Outfit"/>
              <a:buNone/>
              <a:defRPr sz="1000">
                <a:latin typeface="Outfit"/>
                <a:ea typeface="Outfit"/>
                <a:cs typeface="Outfit"/>
                <a:sym typeface="Outfit"/>
              </a:defRPr>
            </a:lvl8pPr>
            <a:lvl9pPr lvl="8">
              <a:spcBef>
                <a:spcPts val="0"/>
              </a:spcBef>
              <a:spcAft>
                <a:spcPts val="0"/>
              </a:spcAft>
              <a:buSzPts val="1000"/>
              <a:buFont typeface="Outfit"/>
              <a:buNone/>
              <a:defRPr sz="1000">
                <a:latin typeface="Outfit"/>
                <a:ea typeface="Outfit"/>
                <a:cs typeface="Outfit"/>
                <a:sym typeface="Outfit"/>
              </a:defRPr>
            </a:lvl9pPr>
          </a:lstStyle>
          <a:p/>
        </p:txBody>
      </p:sp>
      <p:sp>
        <p:nvSpPr>
          <p:cNvPr id="152" name="Google Shape;152;p16"/>
          <p:cNvSpPr txBox="1"/>
          <p:nvPr>
            <p:ph idx="6" type="subTitle"/>
          </p:nvPr>
        </p:nvSpPr>
        <p:spPr>
          <a:xfrm>
            <a:off x="6554750" y="1463500"/>
            <a:ext cx="1340700" cy="153900"/>
          </a:xfrm>
          <a:prstGeom prst="rect">
            <a:avLst/>
          </a:prstGeom>
        </p:spPr>
        <p:txBody>
          <a:bodyPr anchorCtr="0" anchor="t" bIns="0" lIns="182875" spcFirstLastPara="1" rIns="91425" wrap="square" tIns="0">
            <a:noAutofit/>
          </a:bodyPr>
          <a:lstStyle>
            <a:lvl1pPr lvl="0">
              <a:spcBef>
                <a:spcPts val="0"/>
              </a:spcBef>
              <a:spcAft>
                <a:spcPts val="0"/>
              </a:spcAft>
              <a:buNone/>
              <a:defRPr b="1" sz="1000">
                <a:latin typeface="Outfit"/>
                <a:ea typeface="Outfit"/>
                <a:cs typeface="Outfit"/>
                <a:sym typeface="Outfit"/>
              </a:defRPr>
            </a:lvl1pPr>
            <a:lvl2pPr lvl="1">
              <a:spcBef>
                <a:spcPts val="0"/>
              </a:spcBef>
              <a:spcAft>
                <a:spcPts val="0"/>
              </a:spcAft>
              <a:buSzPts val="1000"/>
              <a:buFont typeface="Outfit"/>
              <a:buNone/>
              <a:defRPr sz="1000">
                <a:latin typeface="Outfit"/>
                <a:ea typeface="Outfit"/>
                <a:cs typeface="Outfit"/>
                <a:sym typeface="Outfit"/>
              </a:defRPr>
            </a:lvl2pPr>
            <a:lvl3pPr lvl="2">
              <a:spcBef>
                <a:spcPts val="0"/>
              </a:spcBef>
              <a:spcAft>
                <a:spcPts val="0"/>
              </a:spcAft>
              <a:buSzPts val="1000"/>
              <a:buFont typeface="Outfit"/>
              <a:buNone/>
              <a:defRPr sz="1000">
                <a:latin typeface="Outfit"/>
                <a:ea typeface="Outfit"/>
                <a:cs typeface="Outfit"/>
                <a:sym typeface="Outfit"/>
              </a:defRPr>
            </a:lvl3pPr>
            <a:lvl4pPr lvl="3">
              <a:spcBef>
                <a:spcPts val="0"/>
              </a:spcBef>
              <a:spcAft>
                <a:spcPts val="0"/>
              </a:spcAft>
              <a:buSzPts val="1000"/>
              <a:buFont typeface="Outfit"/>
              <a:buNone/>
              <a:defRPr sz="1000">
                <a:latin typeface="Outfit"/>
                <a:ea typeface="Outfit"/>
                <a:cs typeface="Outfit"/>
                <a:sym typeface="Outfit"/>
              </a:defRPr>
            </a:lvl4pPr>
            <a:lvl5pPr lvl="4">
              <a:spcBef>
                <a:spcPts val="0"/>
              </a:spcBef>
              <a:spcAft>
                <a:spcPts val="0"/>
              </a:spcAft>
              <a:buSzPts val="1000"/>
              <a:buFont typeface="Outfit"/>
              <a:buNone/>
              <a:defRPr sz="1000">
                <a:latin typeface="Outfit"/>
                <a:ea typeface="Outfit"/>
                <a:cs typeface="Outfit"/>
                <a:sym typeface="Outfit"/>
              </a:defRPr>
            </a:lvl5pPr>
            <a:lvl6pPr lvl="5">
              <a:spcBef>
                <a:spcPts val="0"/>
              </a:spcBef>
              <a:spcAft>
                <a:spcPts val="0"/>
              </a:spcAft>
              <a:buSzPts val="1000"/>
              <a:buFont typeface="Outfit"/>
              <a:buNone/>
              <a:defRPr sz="1000">
                <a:latin typeface="Outfit"/>
                <a:ea typeface="Outfit"/>
                <a:cs typeface="Outfit"/>
                <a:sym typeface="Outfit"/>
              </a:defRPr>
            </a:lvl6pPr>
            <a:lvl7pPr lvl="6">
              <a:spcBef>
                <a:spcPts val="0"/>
              </a:spcBef>
              <a:spcAft>
                <a:spcPts val="0"/>
              </a:spcAft>
              <a:buSzPts val="1000"/>
              <a:buFont typeface="Outfit"/>
              <a:buNone/>
              <a:defRPr sz="1000">
                <a:latin typeface="Outfit"/>
                <a:ea typeface="Outfit"/>
                <a:cs typeface="Outfit"/>
                <a:sym typeface="Outfit"/>
              </a:defRPr>
            </a:lvl7pPr>
            <a:lvl8pPr lvl="7">
              <a:spcBef>
                <a:spcPts val="0"/>
              </a:spcBef>
              <a:spcAft>
                <a:spcPts val="0"/>
              </a:spcAft>
              <a:buSzPts val="1000"/>
              <a:buFont typeface="Outfit"/>
              <a:buNone/>
              <a:defRPr sz="1000">
                <a:latin typeface="Outfit"/>
                <a:ea typeface="Outfit"/>
                <a:cs typeface="Outfit"/>
                <a:sym typeface="Outfit"/>
              </a:defRPr>
            </a:lvl8pPr>
            <a:lvl9pPr lvl="8">
              <a:spcBef>
                <a:spcPts val="0"/>
              </a:spcBef>
              <a:spcAft>
                <a:spcPts val="0"/>
              </a:spcAft>
              <a:buSzPts val="1000"/>
              <a:buFont typeface="Outfit"/>
              <a:buNone/>
              <a:defRPr sz="1000">
                <a:latin typeface="Outfit"/>
                <a:ea typeface="Outfit"/>
                <a:cs typeface="Outfit"/>
                <a:sym typeface="Outfit"/>
              </a:defRPr>
            </a:lvl9pPr>
          </a:lstStyle>
          <a:p/>
        </p:txBody>
      </p:sp>
      <p:sp>
        <p:nvSpPr>
          <p:cNvPr id="153" name="Google Shape;153;p16"/>
          <p:cNvSpPr txBox="1"/>
          <p:nvPr>
            <p:ph type="title"/>
          </p:nvPr>
        </p:nvSpPr>
        <p:spPr>
          <a:xfrm>
            <a:off x="1731400" y="1881175"/>
            <a:ext cx="2304900" cy="267600"/>
          </a:xfrm>
          <a:prstGeom prst="rect">
            <a:avLst/>
          </a:prstGeom>
        </p:spPr>
        <p:txBody>
          <a:bodyPr anchorCtr="0" anchor="t" bIns="0" lIns="182875" spcFirstLastPara="1" rIns="182875" wrap="square" tIns="0">
            <a:spAutoFit/>
          </a:bodyPr>
          <a:lstStyle>
            <a:lvl1pPr lvl="0">
              <a:lnSpc>
                <a:spcPct val="90000"/>
              </a:lnSpc>
              <a:spcBef>
                <a:spcPts val="0"/>
              </a:spcBef>
              <a:spcAft>
                <a:spcPts val="0"/>
              </a:spcAft>
              <a:buNone/>
              <a:defRPr sz="1800"/>
            </a:lvl1pPr>
            <a:lvl2pPr lvl="1">
              <a:lnSpc>
                <a:spcPct val="115000"/>
              </a:lnSpc>
              <a:spcBef>
                <a:spcPts val="0"/>
              </a:spcBef>
              <a:spcAft>
                <a:spcPts val="0"/>
              </a:spcAft>
              <a:buNone/>
              <a:defRPr sz="1800"/>
            </a:lvl2pPr>
            <a:lvl3pPr lvl="2">
              <a:lnSpc>
                <a:spcPct val="115000"/>
              </a:lnSpc>
              <a:spcBef>
                <a:spcPts val="0"/>
              </a:spcBef>
              <a:spcAft>
                <a:spcPts val="0"/>
              </a:spcAft>
              <a:buNone/>
              <a:defRPr sz="1800"/>
            </a:lvl3pPr>
            <a:lvl4pPr lvl="3">
              <a:lnSpc>
                <a:spcPct val="115000"/>
              </a:lnSpc>
              <a:spcBef>
                <a:spcPts val="0"/>
              </a:spcBef>
              <a:spcAft>
                <a:spcPts val="0"/>
              </a:spcAft>
              <a:buNone/>
              <a:defRPr sz="1800"/>
            </a:lvl4pPr>
            <a:lvl5pPr lvl="4">
              <a:lnSpc>
                <a:spcPct val="115000"/>
              </a:lnSpc>
              <a:spcBef>
                <a:spcPts val="0"/>
              </a:spcBef>
              <a:spcAft>
                <a:spcPts val="0"/>
              </a:spcAft>
              <a:buNone/>
              <a:defRPr sz="1800"/>
            </a:lvl5pPr>
            <a:lvl6pPr lvl="5">
              <a:lnSpc>
                <a:spcPct val="115000"/>
              </a:lnSpc>
              <a:spcBef>
                <a:spcPts val="0"/>
              </a:spcBef>
              <a:spcAft>
                <a:spcPts val="0"/>
              </a:spcAft>
              <a:buNone/>
              <a:defRPr sz="1800"/>
            </a:lvl6pPr>
            <a:lvl7pPr lvl="6">
              <a:lnSpc>
                <a:spcPct val="115000"/>
              </a:lnSpc>
              <a:spcBef>
                <a:spcPts val="0"/>
              </a:spcBef>
              <a:spcAft>
                <a:spcPts val="0"/>
              </a:spcAft>
              <a:buNone/>
              <a:defRPr sz="1800"/>
            </a:lvl7pPr>
            <a:lvl8pPr lvl="7">
              <a:lnSpc>
                <a:spcPct val="115000"/>
              </a:lnSpc>
              <a:spcBef>
                <a:spcPts val="0"/>
              </a:spcBef>
              <a:spcAft>
                <a:spcPts val="0"/>
              </a:spcAft>
              <a:buNone/>
              <a:defRPr sz="1800"/>
            </a:lvl8pPr>
            <a:lvl9pPr lvl="8">
              <a:lnSpc>
                <a:spcPct val="115000"/>
              </a:lnSpc>
              <a:spcBef>
                <a:spcPts val="0"/>
              </a:spcBef>
              <a:spcAft>
                <a:spcPts val="0"/>
              </a:spcAft>
              <a:buNone/>
              <a:defRPr sz="1800"/>
            </a:lvl9pPr>
          </a:lstStyle>
          <a:p/>
        </p:txBody>
      </p:sp>
      <p:sp>
        <p:nvSpPr>
          <p:cNvPr id="154" name="Google Shape;154;p16"/>
          <p:cNvSpPr txBox="1"/>
          <p:nvPr>
            <p:ph idx="7" type="title"/>
          </p:nvPr>
        </p:nvSpPr>
        <p:spPr>
          <a:xfrm>
            <a:off x="4143075" y="1881175"/>
            <a:ext cx="2304900" cy="267600"/>
          </a:xfrm>
          <a:prstGeom prst="rect">
            <a:avLst/>
          </a:prstGeom>
        </p:spPr>
        <p:txBody>
          <a:bodyPr anchorCtr="0" anchor="t" bIns="0" lIns="182875" spcFirstLastPara="1" rIns="182875" wrap="square" tIns="0">
            <a:spAutoFit/>
          </a:bodyPr>
          <a:lstStyle>
            <a:lvl1pPr lvl="0">
              <a:lnSpc>
                <a:spcPct val="90000"/>
              </a:lnSpc>
              <a:spcBef>
                <a:spcPts val="0"/>
              </a:spcBef>
              <a:spcAft>
                <a:spcPts val="0"/>
              </a:spcAft>
              <a:buNone/>
              <a:defRPr sz="1800"/>
            </a:lvl1pPr>
            <a:lvl2pPr lvl="1">
              <a:lnSpc>
                <a:spcPct val="115000"/>
              </a:lnSpc>
              <a:spcBef>
                <a:spcPts val="0"/>
              </a:spcBef>
              <a:spcAft>
                <a:spcPts val="0"/>
              </a:spcAft>
              <a:buNone/>
              <a:defRPr sz="1800"/>
            </a:lvl2pPr>
            <a:lvl3pPr lvl="2">
              <a:lnSpc>
                <a:spcPct val="115000"/>
              </a:lnSpc>
              <a:spcBef>
                <a:spcPts val="0"/>
              </a:spcBef>
              <a:spcAft>
                <a:spcPts val="0"/>
              </a:spcAft>
              <a:buNone/>
              <a:defRPr sz="1800"/>
            </a:lvl3pPr>
            <a:lvl4pPr lvl="3">
              <a:lnSpc>
                <a:spcPct val="115000"/>
              </a:lnSpc>
              <a:spcBef>
                <a:spcPts val="0"/>
              </a:spcBef>
              <a:spcAft>
                <a:spcPts val="0"/>
              </a:spcAft>
              <a:buNone/>
              <a:defRPr sz="1800"/>
            </a:lvl4pPr>
            <a:lvl5pPr lvl="4">
              <a:lnSpc>
                <a:spcPct val="115000"/>
              </a:lnSpc>
              <a:spcBef>
                <a:spcPts val="0"/>
              </a:spcBef>
              <a:spcAft>
                <a:spcPts val="0"/>
              </a:spcAft>
              <a:buNone/>
              <a:defRPr sz="1800"/>
            </a:lvl5pPr>
            <a:lvl6pPr lvl="5">
              <a:lnSpc>
                <a:spcPct val="115000"/>
              </a:lnSpc>
              <a:spcBef>
                <a:spcPts val="0"/>
              </a:spcBef>
              <a:spcAft>
                <a:spcPts val="0"/>
              </a:spcAft>
              <a:buNone/>
              <a:defRPr sz="1800"/>
            </a:lvl6pPr>
            <a:lvl7pPr lvl="6">
              <a:lnSpc>
                <a:spcPct val="115000"/>
              </a:lnSpc>
              <a:spcBef>
                <a:spcPts val="0"/>
              </a:spcBef>
              <a:spcAft>
                <a:spcPts val="0"/>
              </a:spcAft>
              <a:buNone/>
              <a:defRPr sz="1800"/>
            </a:lvl7pPr>
            <a:lvl8pPr lvl="7">
              <a:lnSpc>
                <a:spcPct val="115000"/>
              </a:lnSpc>
              <a:spcBef>
                <a:spcPts val="0"/>
              </a:spcBef>
              <a:spcAft>
                <a:spcPts val="0"/>
              </a:spcAft>
              <a:buNone/>
              <a:defRPr sz="1800"/>
            </a:lvl8pPr>
            <a:lvl9pPr lvl="8">
              <a:lnSpc>
                <a:spcPct val="115000"/>
              </a:lnSpc>
              <a:spcBef>
                <a:spcPts val="0"/>
              </a:spcBef>
              <a:spcAft>
                <a:spcPts val="0"/>
              </a:spcAft>
              <a:buNone/>
              <a:defRPr sz="1800"/>
            </a:lvl9pPr>
          </a:lstStyle>
          <a:p/>
        </p:txBody>
      </p:sp>
      <p:sp>
        <p:nvSpPr>
          <p:cNvPr id="155" name="Google Shape;155;p16"/>
          <p:cNvSpPr txBox="1"/>
          <p:nvPr>
            <p:ph idx="8" type="title"/>
          </p:nvPr>
        </p:nvSpPr>
        <p:spPr>
          <a:xfrm>
            <a:off x="6554750" y="1881175"/>
            <a:ext cx="2304900" cy="267600"/>
          </a:xfrm>
          <a:prstGeom prst="rect">
            <a:avLst/>
          </a:prstGeom>
        </p:spPr>
        <p:txBody>
          <a:bodyPr anchorCtr="0" anchor="t" bIns="0" lIns="182875" spcFirstLastPara="1" rIns="182875" wrap="square" tIns="0">
            <a:spAutoFit/>
          </a:bodyPr>
          <a:lstStyle>
            <a:lvl1pPr lvl="0">
              <a:lnSpc>
                <a:spcPct val="90000"/>
              </a:lnSpc>
              <a:spcBef>
                <a:spcPts val="0"/>
              </a:spcBef>
              <a:spcAft>
                <a:spcPts val="0"/>
              </a:spcAft>
              <a:buNone/>
              <a:defRPr sz="1800"/>
            </a:lvl1pPr>
            <a:lvl2pPr lvl="1">
              <a:lnSpc>
                <a:spcPct val="115000"/>
              </a:lnSpc>
              <a:spcBef>
                <a:spcPts val="0"/>
              </a:spcBef>
              <a:spcAft>
                <a:spcPts val="0"/>
              </a:spcAft>
              <a:buNone/>
              <a:defRPr sz="1800"/>
            </a:lvl2pPr>
            <a:lvl3pPr lvl="2">
              <a:lnSpc>
                <a:spcPct val="115000"/>
              </a:lnSpc>
              <a:spcBef>
                <a:spcPts val="0"/>
              </a:spcBef>
              <a:spcAft>
                <a:spcPts val="0"/>
              </a:spcAft>
              <a:buNone/>
              <a:defRPr sz="1800"/>
            </a:lvl3pPr>
            <a:lvl4pPr lvl="3">
              <a:lnSpc>
                <a:spcPct val="115000"/>
              </a:lnSpc>
              <a:spcBef>
                <a:spcPts val="0"/>
              </a:spcBef>
              <a:spcAft>
                <a:spcPts val="0"/>
              </a:spcAft>
              <a:buNone/>
              <a:defRPr sz="1800"/>
            </a:lvl4pPr>
            <a:lvl5pPr lvl="4">
              <a:lnSpc>
                <a:spcPct val="115000"/>
              </a:lnSpc>
              <a:spcBef>
                <a:spcPts val="0"/>
              </a:spcBef>
              <a:spcAft>
                <a:spcPts val="0"/>
              </a:spcAft>
              <a:buNone/>
              <a:defRPr sz="1800"/>
            </a:lvl5pPr>
            <a:lvl6pPr lvl="5">
              <a:lnSpc>
                <a:spcPct val="115000"/>
              </a:lnSpc>
              <a:spcBef>
                <a:spcPts val="0"/>
              </a:spcBef>
              <a:spcAft>
                <a:spcPts val="0"/>
              </a:spcAft>
              <a:buNone/>
              <a:defRPr sz="1800"/>
            </a:lvl6pPr>
            <a:lvl7pPr lvl="6">
              <a:lnSpc>
                <a:spcPct val="115000"/>
              </a:lnSpc>
              <a:spcBef>
                <a:spcPts val="0"/>
              </a:spcBef>
              <a:spcAft>
                <a:spcPts val="0"/>
              </a:spcAft>
              <a:buNone/>
              <a:defRPr sz="1800"/>
            </a:lvl7pPr>
            <a:lvl8pPr lvl="7">
              <a:lnSpc>
                <a:spcPct val="115000"/>
              </a:lnSpc>
              <a:spcBef>
                <a:spcPts val="0"/>
              </a:spcBef>
              <a:spcAft>
                <a:spcPts val="0"/>
              </a:spcAft>
              <a:buNone/>
              <a:defRPr sz="1800"/>
            </a:lvl8pPr>
            <a:lvl9pPr lvl="8">
              <a:lnSpc>
                <a:spcPct val="115000"/>
              </a:lnSpc>
              <a:spcBef>
                <a:spcPts val="0"/>
              </a:spcBef>
              <a:spcAft>
                <a:spcPts val="0"/>
              </a:spcAft>
              <a:buNone/>
              <a:defRPr sz="1800"/>
            </a:lvl9pPr>
          </a:lstStyle>
          <a:p/>
        </p:txBody>
      </p:sp>
      <p:sp>
        <p:nvSpPr>
          <p:cNvPr id="156" name="Google Shape;156;p16"/>
          <p:cNvSpPr txBox="1"/>
          <p:nvPr>
            <p:ph idx="9" type="title"/>
          </p:nvPr>
        </p:nvSpPr>
        <p:spPr>
          <a:xfrm>
            <a:off x="284775" y="282900"/>
            <a:ext cx="8574900" cy="10701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800"/>
            </a:lvl1pPr>
            <a:lvl2pPr lvl="1">
              <a:lnSpc>
                <a:spcPct val="115000"/>
              </a:lnSpc>
              <a:spcBef>
                <a:spcPts val="0"/>
              </a:spcBef>
              <a:spcAft>
                <a:spcPts val="0"/>
              </a:spcAft>
              <a:buNone/>
              <a:defRPr sz="2800"/>
            </a:lvl2pPr>
            <a:lvl3pPr lvl="2">
              <a:lnSpc>
                <a:spcPct val="115000"/>
              </a:lnSpc>
              <a:spcBef>
                <a:spcPts val="0"/>
              </a:spcBef>
              <a:spcAft>
                <a:spcPts val="0"/>
              </a:spcAft>
              <a:buNone/>
              <a:defRPr sz="2800"/>
            </a:lvl3pPr>
            <a:lvl4pPr lvl="3">
              <a:lnSpc>
                <a:spcPct val="115000"/>
              </a:lnSpc>
              <a:spcBef>
                <a:spcPts val="0"/>
              </a:spcBef>
              <a:spcAft>
                <a:spcPts val="0"/>
              </a:spcAft>
              <a:buNone/>
              <a:defRPr sz="2800"/>
            </a:lvl4pPr>
            <a:lvl5pPr lvl="4">
              <a:lnSpc>
                <a:spcPct val="115000"/>
              </a:lnSpc>
              <a:spcBef>
                <a:spcPts val="0"/>
              </a:spcBef>
              <a:spcAft>
                <a:spcPts val="0"/>
              </a:spcAft>
              <a:buNone/>
              <a:defRPr sz="2800"/>
            </a:lvl5pPr>
            <a:lvl6pPr lvl="5">
              <a:lnSpc>
                <a:spcPct val="115000"/>
              </a:lnSpc>
              <a:spcBef>
                <a:spcPts val="0"/>
              </a:spcBef>
              <a:spcAft>
                <a:spcPts val="0"/>
              </a:spcAft>
              <a:buNone/>
              <a:defRPr sz="2800"/>
            </a:lvl6pPr>
            <a:lvl7pPr lvl="6">
              <a:lnSpc>
                <a:spcPct val="115000"/>
              </a:lnSpc>
              <a:spcBef>
                <a:spcPts val="0"/>
              </a:spcBef>
              <a:spcAft>
                <a:spcPts val="0"/>
              </a:spcAft>
              <a:buNone/>
              <a:defRPr sz="2800"/>
            </a:lvl7pPr>
            <a:lvl8pPr lvl="7">
              <a:lnSpc>
                <a:spcPct val="115000"/>
              </a:lnSpc>
              <a:spcBef>
                <a:spcPts val="0"/>
              </a:spcBef>
              <a:spcAft>
                <a:spcPts val="0"/>
              </a:spcAft>
              <a:buNone/>
              <a:defRPr sz="2800"/>
            </a:lvl8pPr>
            <a:lvl9pPr lvl="8">
              <a:lnSpc>
                <a:spcPct val="115000"/>
              </a:lnSpc>
              <a:spcBef>
                <a:spcPts val="0"/>
              </a:spcBef>
              <a:spcAft>
                <a:spcPts val="0"/>
              </a:spcAft>
              <a:buNone/>
              <a:defRPr sz="2800"/>
            </a:lvl9pPr>
          </a:lstStyle>
          <a:p/>
        </p:txBody>
      </p:sp>
      <p:sp>
        <p:nvSpPr>
          <p:cNvPr id="157" name="Google Shape;157;p16"/>
          <p:cNvSpPr txBox="1"/>
          <p:nvPr>
            <p:ph idx="13" type="subTitle"/>
          </p:nvPr>
        </p:nvSpPr>
        <p:spPr>
          <a:xfrm>
            <a:off x="1731400" y="4750800"/>
            <a:ext cx="1340700" cy="1032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600"/>
            </a:lvl1pPr>
            <a:lvl2pPr lvl="1">
              <a:spcBef>
                <a:spcPts val="0"/>
              </a:spcBef>
              <a:spcAft>
                <a:spcPts val="0"/>
              </a:spcAft>
              <a:buClr>
                <a:schemeClr val="lt1"/>
              </a:buClr>
              <a:buSzPts val="600"/>
              <a:buNone/>
              <a:defRPr sz="600"/>
            </a:lvl2pPr>
            <a:lvl3pPr lvl="2">
              <a:spcBef>
                <a:spcPts val="0"/>
              </a:spcBef>
              <a:spcAft>
                <a:spcPts val="0"/>
              </a:spcAft>
              <a:buClr>
                <a:schemeClr val="lt1"/>
              </a:buClr>
              <a:buSzPts val="600"/>
              <a:buNone/>
              <a:defRPr sz="600"/>
            </a:lvl3pPr>
            <a:lvl4pPr lvl="3">
              <a:spcBef>
                <a:spcPts val="0"/>
              </a:spcBef>
              <a:spcAft>
                <a:spcPts val="0"/>
              </a:spcAft>
              <a:buClr>
                <a:schemeClr val="lt1"/>
              </a:buClr>
              <a:buSzPts val="600"/>
              <a:buNone/>
              <a:defRPr sz="600"/>
            </a:lvl4pPr>
            <a:lvl5pPr lvl="4">
              <a:spcBef>
                <a:spcPts val="0"/>
              </a:spcBef>
              <a:spcAft>
                <a:spcPts val="0"/>
              </a:spcAft>
              <a:buClr>
                <a:schemeClr val="lt1"/>
              </a:buClr>
              <a:buSzPts val="600"/>
              <a:buNone/>
              <a:defRPr sz="600"/>
            </a:lvl5pPr>
            <a:lvl6pPr lvl="5">
              <a:spcBef>
                <a:spcPts val="0"/>
              </a:spcBef>
              <a:spcAft>
                <a:spcPts val="0"/>
              </a:spcAft>
              <a:buClr>
                <a:schemeClr val="lt1"/>
              </a:buClr>
              <a:buSzPts val="600"/>
              <a:buNone/>
              <a:defRPr sz="600"/>
            </a:lvl6pPr>
            <a:lvl7pPr lvl="6">
              <a:spcBef>
                <a:spcPts val="0"/>
              </a:spcBef>
              <a:spcAft>
                <a:spcPts val="0"/>
              </a:spcAft>
              <a:buClr>
                <a:schemeClr val="lt1"/>
              </a:buClr>
              <a:buSzPts val="600"/>
              <a:buNone/>
              <a:defRPr sz="600"/>
            </a:lvl7pPr>
            <a:lvl8pPr lvl="7">
              <a:spcBef>
                <a:spcPts val="0"/>
              </a:spcBef>
              <a:spcAft>
                <a:spcPts val="0"/>
              </a:spcAft>
              <a:buClr>
                <a:schemeClr val="lt1"/>
              </a:buClr>
              <a:buSzPts val="600"/>
              <a:buNone/>
              <a:defRPr sz="600"/>
            </a:lvl8pPr>
            <a:lvl9pPr lvl="8">
              <a:spcBef>
                <a:spcPts val="0"/>
              </a:spcBef>
              <a:spcAft>
                <a:spcPts val="0"/>
              </a:spcAft>
              <a:buClr>
                <a:schemeClr val="lt1"/>
              </a:buClr>
              <a:buSzPts val="600"/>
              <a:buNone/>
              <a:defRPr sz="600"/>
            </a:lvl9pPr>
          </a:lstStyle>
          <a:p/>
        </p:txBody>
      </p:sp>
      <p:sp>
        <p:nvSpPr>
          <p:cNvPr id="158" name="Google Shape;158;p16"/>
          <p:cNvSpPr txBox="1"/>
          <p:nvPr>
            <p:ph idx="14" type="subTitle"/>
          </p:nvPr>
        </p:nvSpPr>
        <p:spPr>
          <a:xfrm>
            <a:off x="7518500" y="4750800"/>
            <a:ext cx="1340700" cy="103200"/>
          </a:xfrm>
          <a:prstGeom prst="rect">
            <a:avLst/>
          </a:prstGeom>
        </p:spPr>
        <p:txBody>
          <a:bodyPr anchorCtr="0" anchor="t" bIns="0" lIns="0" spcFirstLastPara="1" rIns="0" wrap="square" tIns="0">
            <a:noAutofit/>
          </a:bodyPr>
          <a:lstStyle>
            <a:lvl1pPr lvl="0" algn="r">
              <a:lnSpc>
                <a:spcPct val="115000"/>
              </a:lnSpc>
              <a:spcBef>
                <a:spcPts val="0"/>
              </a:spcBef>
              <a:spcAft>
                <a:spcPts val="0"/>
              </a:spcAft>
              <a:buNone/>
              <a:defRPr sz="600"/>
            </a:lvl1pPr>
            <a:lvl2pPr lvl="1" algn="r">
              <a:spcBef>
                <a:spcPts val="0"/>
              </a:spcBef>
              <a:spcAft>
                <a:spcPts val="0"/>
              </a:spcAft>
              <a:buClr>
                <a:schemeClr val="lt1"/>
              </a:buClr>
              <a:buSzPts val="600"/>
              <a:buNone/>
              <a:defRPr sz="600"/>
            </a:lvl2pPr>
            <a:lvl3pPr lvl="2" algn="r">
              <a:spcBef>
                <a:spcPts val="0"/>
              </a:spcBef>
              <a:spcAft>
                <a:spcPts val="0"/>
              </a:spcAft>
              <a:buClr>
                <a:schemeClr val="lt1"/>
              </a:buClr>
              <a:buSzPts val="600"/>
              <a:buNone/>
              <a:defRPr sz="600"/>
            </a:lvl3pPr>
            <a:lvl4pPr lvl="3" algn="r">
              <a:spcBef>
                <a:spcPts val="0"/>
              </a:spcBef>
              <a:spcAft>
                <a:spcPts val="0"/>
              </a:spcAft>
              <a:buClr>
                <a:schemeClr val="lt1"/>
              </a:buClr>
              <a:buSzPts val="600"/>
              <a:buNone/>
              <a:defRPr sz="600"/>
            </a:lvl4pPr>
            <a:lvl5pPr lvl="4" algn="r">
              <a:spcBef>
                <a:spcPts val="0"/>
              </a:spcBef>
              <a:spcAft>
                <a:spcPts val="0"/>
              </a:spcAft>
              <a:buClr>
                <a:schemeClr val="lt1"/>
              </a:buClr>
              <a:buSzPts val="600"/>
              <a:buNone/>
              <a:defRPr sz="600"/>
            </a:lvl5pPr>
            <a:lvl6pPr lvl="5" algn="r">
              <a:spcBef>
                <a:spcPts val="0"/>
              </a:spcBef>
              <a:spcAft>
                <a:spcPts val="0"/>
              </a:spcAft>
              <a:buClr>
                <a:schemeClr val="lt1"/>
              </a:buClr>
              <a:buSzPts val="600"/>
              <a:buNone/>
              <a:defRPr sz="600"/>
            </a:lvl6pPr>
            <a:lvl7pPr lvl="6" algn="r">
              <a:spcBef>
                <a:spcPts val="0"/>
              </a:spcBef>
              <a:spcAft>
                <a:spcPts val="0"/>
              </a:spcAft>
              <a:buClr>
                <a:schemeClr val="lt1"/>
              </a:buClr>
              <a:buSzPts val="600"/>
              <a:buNone/>
              <a:defRPr sz="600"/>
            </a:lvl7pPr>
            <a:lvl8pPr lvl="7" algn="r">
              <a:spcBef>
                <a:spcPts val="0"/>
              </a:spcBef>
              <a:spcAft>
                <a:spcPts val="0"/>
              </a:spcAft>
              <a:buClr>
                <a:schemeClr val="lt1"/>
              </a:buClr>
              <a:buSzPts val="600"/>
              <a:buNone/>
              <a:defRPr sz="600"/>
            </a:lvl8pPr>
            <a:lvl9pPr lvl="8" algn="r">
              <a:spcBef>
                <a:spcPts val="0"/>
              </a:spcBef>
              <a:spcAft>
                <a:spcPts val="0"/>
              </a:spcAft>
              <a:buClr>
                <a:schemeClr val="lt1"/>
              </a:buClr>
              <a:buSzPts val="600"/>
              <a:buNone/>
              <a:defRPr sz="6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2">
  <p:cSld name="BLANK_1_1_1_1_1_1_1_1_1_1_1_1_1_1_1_2_1">
    <p:spTree>
      <p:nvGrpSpPr>
        <p:cNvPr id="159" name="Shape 159"/>
        <p:cNvGrpSpPr/>
        <p:nvPr/>
      </p:nvGrpSpPr>
      <p:grpSpPr>
        <a:xfrm>
          <a:off x="0" y="0"/>
          <a:ext cx="0" cy="0"/>
          <a:chOff x="0" y="0"/>
          <a:chExt cx="0" cy="0"/>
        </a:xfrm>
      </p:grpSpPr>
      <p:sp>
        <p:nvSpPr>
          <p:cNvPr id="160" name="Google Shape;160;p17"/>
          <p:cNvSpPr txBox="1"/>
          <p:nvPr>
            <p:ph type="title"/>
          </p:nvPr>
        </p:nvSpPr>
        <p:spPr>
          <a:xfrm>
            <a:off x="284775" y="282900"/>
            <a:ext cx="3512100" cy="11169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161" name="Google Shape;161;p17"/>
          <p:cNvSpPr txBox="1"/>
          <p:nvPr>
            <p:ph idx="1" type="body"/>
          </p:nvPr>
        </p:nvSpPr>
        <p:spPr>
          <a:xfrm>
            <a:off x="6795150" y="509451"/>
            <a:ext cx="1944300" cy="8352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162" name="Google Shape;162;p17"/>
          <p:cNvSpPr txBox="1"/>
          <p:nvPr>
            <p:ph idx="2" type="title"/>
          </p:nvPr>
        </p:nvSpPr>
        <p:spPr>
          <a:xfrm>
            <a:off x="5494245" y="509451"/>
            <a:ext cx="1149900" cy="706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1800"/>
            </a:lvl1pPr>
            <a:lvl2pPr lvl="1">
              <a:lnSpc>
                <a:spcPct val="115000"/>
              </a:lnSpc>
              <a:spcBef>
                <a:spcPts val="0"/>
              </a:spcBef>
              <a:spcAft>
                <a:spcPts val="0"/>
              </a:spcAft>
              <a:buNone/>
              <a:defRPr sz="1800"/>
            </a:lvl2pPr>
            <a:lvl3pPr lvl="2">
              <a:lnSpc>
                <a:spcPct val="115000"/>
              </a:lnSpc>
              <a:spcBef>
                <a:spcPts val="0"/>
              </a:spcBef>
              <a:spcAft>
                <a:spcPts val="0"/>
              </a:spcAft>
              <a:buNone/>
              <a:defRPr sz="1800"/>
            </a:lvl3pPr>
            <a:lvl4pPr lvl="3">
              <a:lnSpc>
                <a:spcPct val="115000"/>
              </a:lnSpc>
              <a:spcBef>
                <a:spcPts val="0"/>
              </a:spcBef>
              <a:spcAft>
                <a:spcPts val="0"/>
              </a:spcAft>
              <a:buNone/>
              <a:defRPr sz="1800"/>
            </a:lvl4pPr>
            <a:lvl5pPr lvl="4">
              <a:lnSpc>
                <a:spcPct val="115000"/>
              </a:lnSpc>
              <a:spcBef>
                <a:spcPts val="0"/>
              </a:spcBef>
              <a:spcAft>
                <a:spcPts val="0"/>
              </a:spcAft>
              <a:buNone/>
              <a:defRPr sz="1800"/>
            </a:lvl5pPr>
            <a:lvl6pPr lvl="5">
              <a:lnSpc>
                <a:spcPct val="115000"/>
              </a:lnSpc>
              <a:spcBef>
                <a:spcPts val="0"/>
              </a:spcBef>
              <a:spcAft>
                <a:spcPts val="0"/>
              </a:spcAft>
              <a:buNone/>
              <a:defRPr sz="1800"/>
            </a:lvl6pPr>
            <a:lvl7pPr lvl="6">
              <a:lnSpc>
                <a:spcPct val="115000"/>
              </a:lnSpc>
              <a:spcBef>
                <a:spcPts val="0"/>
              </a:spcBef>
              <a:spcAft>
                <a:spcPts val="0"/>
              </a:spcAft>
              <a:buNone/>
              <a:defRPr sz="1800"/>
            </a:lvl7pPr>
            <a:lvl8pPr lvl="7">
              <a:lnSpc>
                <a:spcPct val="115000"/>
              </a:lnSpc>
              <a:spcBef>
                <a:spcPts val="0"/>
              </a:spcBef>
              <a:spcAft>
                <a:spcPts val="0"/>
              </a:spcAft>
              <a:buNone/>
              <a:defRPr sz="1800"/>
            </a:lvl8pPr>
            <a:lvl9pPr lvl="8">
              <a:lnSpc>
                <a:spcPct val="115000"/>
              </a:lnSpc>
              <a:spcBef>
                <a:spcPts val="0"/>
              </a:spcBef>
              <a:spcAft>
                <a:spcPts val="0"/>
              </a:spcAft>
              <a:buNone/>
              <a:defRPr sz="1800"/>
            </a:lvl9pPr>
          </a:lstStyle>
          <a:p/>
        </p:txBody>
      </p:sp>
      <p:sp>
        <p:nvSpPr>
          <p:cNvPr id="163" name="Google Shape;163;p17"/>
          <p:cNvSpPr txBox="1"/>
          <p:nvPr>
            <p:ph idx="3" type="body"/>
          </p:nvPr>
        </p:nvSpPr>
        <p:spPr>
          <a:xfrm>
            <a:off x="6795150" y="1596758"/>
            <a:ext cx="1944300" cy="8352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164" name="Google Shape;164;p17"/>
          <p:cNvSpPr txBox="1"/>
          <p:nvPr>
            <p:ph idx="4" type="title"/>
          </p:nvPr>
        </p:nvSpPr>
        <p:spPr>
          <a:xfrm>
            <a:off x="5494245" y="1596758"/>
            <a:ext cx="1149900" cy="706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1800"/>
            </a:lvl1pPr>
            <a:lvl2pPr lvl="1">
              <a:lnSpc>
                <a:spcPct val="115000"/>
              </a:lnSpc>
              <a:spcBef>
                <a:spcPts val="0"/>
              </a:spcBef>
              <a:spcAft>
                <a:spcPts val="0"/>
              </a:spcAft>
              <a:buNone/>
              <a:defRPr sz="1800"/>
            </a:lvl2pPr>
            <a:lvl3pPr lvl="2">
              <a:lnSpc>
                <a:spcPct val="115000"/>
              </a:lnSpc>
              <a:spcBef>
                <a:spcPts val="0"/>
              </a:spcBef>
              <a:spcAft>
                <a:spcPts val="0"/>
              </a:spcAft>
              <a:buNone/>
              <a:defRPr sz="1800"/>
            </a:lvl3pPr>
            <a:lvl4pPr lvl="3">
              <a:lnSpc>
                <a:spcPct val="115000"/>
              </a:lnSpc>
              <a:spcBef>
                <a:spcPts val="0"/>
              </a:spcBef>
              <a:spcAft>
                <a:spcPts val="0"/>
              </a:spcAft>
              <a:buNone/>
              <a:defRPr sz="1800"/>
            </a:lvl4pPr>
            <a:lvl5pPr lvl="4">
              <a:lnSpc>
                <a:spcPct val="115000"/>
              </a:lnSpc>
              <a:spcBef>
                <a:spcPts val="0"/>
              </a:spcBef>
              <a:spcAft>
                <a:spcPts val="0"/>
              </a:spcAft>
              <a:buNone/>
              <a:defRPr sz="1800"/>
            </a:lvl5pPr>
            <a:lvl6pPr lvl="5">
              <a:lnSpc>
                <a:spcPct val="115000"/>
              </a:lnSpc>
              <a:spcBef>
                <a:spcPts val="0"/>
              </a:spcBef>
              <a:spcAft>
                <a:spcPts val="0"/>
              </a:spcAft>
              <a:buNone/>
              <a:defRPr sz="1800"/>
            </a:lvl6pPr>
            <a:lvl7pPr lvl="6">
              <a:lnSpc>
                <a:spcPct val="115000"/>
              </a:lnSpc>
              <a:spcBef>
                <a:spcPts val="0"/>
              </a:spcBef>
              <a:spcAft>
                <a:spcPts val="0"/>
              </a:spcAft>
              <a:buNone/>
              <a:defRPr sz="1800"/>
            </a:lvl7pPr>
            <a:lvl8pPr lvl="7">
              <a:lnSpc>
                <a:spcPct val="115000"/>
              </a:lnSpc>
              <a:spcBef>
                <a:spcPts val="0"/>
              </a:spcBef>
              <a:spcAft>
                <a:spcPts val="0"/>
              </a:spcAft>
              <a:buNone/>
              <a:defRPr sz="1800"/>
            </a:lvl8pPr>
            <a:lvl9pPr lvl="8">
              <a:lnSpc>
                <a:spcPct val="115000"/>
              </a:lnSpc>
              <a:spcBef>
                <a:spcPts val="0"/>
              </a:spcBef>
              <a:spcAft>
                <a:spcPts val="0"/>
              </a:spcAft>
              <a:buNone/>
              <a:defRPr sz="1800"/>
            </a:lvl9pPr>
          </a:lstStyle>
          <a:p/>
        </p:txBody>
      </p:sp>
      <p:sp>
        <p:nvSpPr>
          <p:cNvPr id="165" name="Google Shape;165;p17"/>
          <p:cNvSpPr txBox="1"/>
          <p:nvPr>
            <p:ph idx="5" type="body"/>
          </p:nvPr>
        </p:nvSpPr>
        <p:spPr>
          <a:xfrm>
            <a:off x="6795150" y="2684065"/>
            <a:ext cx="1944300" cy="8352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166" name="Google Shape;166;p17"/>
          <p:cNvSpPr txBox="1"/>
          <p:nvPr>
            <p:ph idx="6" type="title"/>
          </p:nvPr>
        </p:nvSpPr>
        <p:spPr>
          <a:xfrm>
            <a:off x="5494245" y="2684065"/>
            <a:ext cx="1149900" cy="706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1800"/>
            </a:lvl1pPr>
            <a:lvl2pPr lvl="1">
              <a:lnSpc>
                <a:spcPct val="115000"/>
              </a:lnSpc>
              <a:spcBef>
                <a:spcPts val="0"/>
              </a:spcBef>
              <a:spcAft>
                <a:spcPts val="0"/>
              </a:spcAft>
              <a:buNone/>
              <a:defRPr sz="1800"/>
            </a:lvl2pPr>
            <a:lvl3pPr lvl="2">
              <a:lnSpc>
                <a:spcPct val="115000"/>
              </a:lnSpc>
              <a:spcBef>
                <a:spcPts val="0"/>
              </a:spcBef>
              <a:spcAft>
                <a:spcPts val="0"/>
              </a:spcAft>
              <a:buNone/>
              <a:defRPr sz="1800"/>
            </a:lvl3pPr>
            <a:lvl4pPr lvl="3">
              <a:lnSpc>
                <a:spcPct val="115000"/>
              </a:lnSpc>
              <a:spcBef>
                <a:spcPts val="0"/>
              </a:spcBef>
              <a:spcAft>
                <a:spcPts val="0"/>
              </a:spcAft>
              <a:buNone/>
              <a:defRPr sz="1800"/>
            </a:lvl4pPr>
            <a:lvl5pPr lvl="4">
              <a:lnSpc>
                <a:spcPct val="115000"/>
              </a:lnSpc>
              <a:spcBef>
                <a:spcPts val="0"/>
              </a:spcBef>
              <a:spcAft>
                <a:spcPts val="0"/>
              </a:spcAft>
              <a:buNone/>
              <a:defRPr sz="1800"/>
            </a:lvl5pPr>
            <a:lvl6pPr lvl="5">
              <a:lnSpc>
                <a:spcPct val="115000"/>
              </a:lnSpc>
              <a:spcBef>
                <a:spcPts val="0"/>
              </a:spcBef>
              <a:spcAft>
                <a:spcPts val="0"/>
              </a:spcAft>
              <a:buNone/>
              <a:defRPr sz="1800"/>
            </a:lvl6pPr>
            <a:lvl7pPr lvl="6">
              <a:lnSpc>
                <a:spcPct val="115000"/>
              </a:lnSpc>
              <a:spcBef>
                <a:spcPts val="0"/>
              </a:spcBef>
              <a:spcAft>
                <a:spcPts val="0"/>
              </a:spcAft>
              <a:buNone/>
              <a:defRPr sz="1800"/>
            </a:lvl7pPr>
            <a:lvl8pPr lvl="7">
              <a:lnSpc>
                <a:spcPct val="115000"/>
              </a:lnSpc>
              <a:spcBef>
                <a:spcPts val="0"/>
              </a:spcBef>
              <a:spcAft>
                <a:spcPts val="0"/>
              </a:spcAft>
              <a:buNone/>
              <a:defRPr sz="1800"/>
            </a:lvl8pPr>
            <a:lvl9pPr lvl="8">
              <a:lnSpc>
                <a:spcPct val="115000"/>
              </a:lnSpc>
              <a:spcBef>
                <a:spcPts val="0"/>
              </a:spcBef>
              <a:spcAft>
                <a:spcPts val="0"/>
              </a:spcAft>
              <a:buNone/>
              <a:defRPr sz="1800"/>
            </a:lvl9pPr>
          </a:lstStyle>
          <a:p/>
        </p:txBody>
      </p:sp>
      <p:sp>
        <p:nvSpPr>
          <p:cNvPr id="167" name="Google Shape;167;p17"/>
          <p:cNvSpPr txBox="1"/>
          <p:nvPr>
            <p:ph idx="7" type="body"/>
          </p:nvPr>
        </p:nvSpPr>
        <p:spPr>
          <a:xfrm>
            <a:off x="6795150" y="3771372"/>
            <a:ext cx="1944300" cy="8352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168" name="Google Shape;168;p17"/>
          <p:cNvSpPr txBox="1"/>
          <p:nvPr>
            <p:ph idx="8" type="title"/>
          </p:nvPr>
        </p:nvSpPr>
        <p:spPr>
          <a:xfrm>
            <a:off x="5494245" y="3771372"/>
            <a:ext cx="1149900" cy="706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1800"/>
            </a:lvl1pPr>
            <a:lvl2pPr lvl="1">
              <a:lnSpc>
                <a:spcPct val="115000"/>
              </a:lnSpc>
              <a:spcBef>
                <a:spcPts val="0"/>
              </a:spcBef>
              <a:spcAft>
                <a:spcPts val="0"/>
              </a:spcAft>
              <a:buNone/>
              <a:defRPr sz="1800"/>
            </a:lvl2pPr>
            <a:lvl3pPr lvl="2">
              <a:lnSpc>
                <a:spcPct val="115000"/>
              </a:lnSpc>
              <a:spcBef>
                <a:spcPts val="0"/>
              </a:spcBef>
              <a:spcAft>
                <a:spcPts val="0"/>
              </a:spcAft>
              <a:buNone/>
              <a:defRPr sz="1800"/>
            </a:lvl3pPr>
            <a:lvl4pPr lvl="3">
              <a:lnSpc>
                <a:spcPct val="115000"/>
              </a:lnSpc>
              <a:spcBef>
                <a:spcPts val="0"/>
              </a:spcBef>
              <a:spcAft>
                <a:spcPts val="0"/>
              </a:spcAft>
              <a:buNone/>
              <a:defRPr sz="1800"/>
            </a:lvl4pPr>
            <a:lvl5pPr lvl="4">
              <a:lnSpc>
                <a:spcPct val="115000"/>
              </a:lnSpc>
              <a:spcBef>
                <a:spcPts val="0"/>
              </a:spcBef>
              <a:spcAft>
                <a:spcPts val="0"/>
              </a:spcAft>
              <a:buNone/>
              <a:defRPr sz="1800"/>
            </a:lvl5pPr>
            <a:lvl6pPr lvl="5">
              <a:lnSpc>
                <a:spcPct val="115000"/>
              </a:lnSpc>
              <a:spcBef>
                <a:spcPts val="0"/>
              </a:spcBef>
              <a:spcAft>
                <a:spcPts val="0"/>
              </a:spcAft>
              <a:buNone/>
              <a:defRPr sz="1800"/>
            </a:lvl6pPr>
            <a:lvl7pPr lvl="6">
              <a:lnSpc>
                <a:spcPct val="115000"/>
              </a:lnSpc>
              <a:spcBef>
                <a:spcPts val="0"/>
              </a:spcBef>
              <a:spcAft>
                <a:spcPts val="0"/>
              </a:spcAft>
              <a:buNone/>
              <a:defRPr sz="1800"/>
            </a:lvl7pPr>
            <a:lvl8pPr lvl="7">
              <a:lnSpc>
                <a:spcPct val="115000"/>
              </a:lnSpc>
              <a:spcBef>
                <a:spcPts val="0"/>
              </a:spcBef>
              <a:spcAft>
                <a:spcPts val="0"/>
              </a:spcAft>
              <a:buNone/>
              <a:defRPr sz="1800"/>
            </a:lvl8pPr>
            <a:lvl9pPr lvl="8">
              <a:lnSpc>
                <a:spcPct val="115000"/>
              </a:lnSpc>
              <a:spcBef>
                <a:spcPts val="0"/>
              </a:spcBef>
              <a:spcAft>
                <a:spcPts val="0"/>
              </a:spcAft>
              <a:buNone/>
              <a:defRPr sz="1800"/>
            </a:lvl9pPr>
          </a:lstStyle>
          <a:p/>
        </p:txBody>
      </p:sp>
      <p:sp>
        <p:nvSpPr>
          <p:cNvPr id="169" name="Google Shape;169;p17"/>
          <p:cNvSpPr txBox="1"/>
          <p:nvPr>
            <p:ph idx="9" type="subTitle"/>
          </p:nvPr>
        </p:nvSpPr>
        <p:spPr>
          <a:xfrm>
            <a:off x="1731400" y="4750800"/>
            <a:ext cx="1340700" cy="1032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600"/>
            </a:lvl1pPr>
            <a:lvl2pPr lvl="1">
              <a:spcBef>
                <a:spcPts val="0"/>
              </a:spcBef>
              <a:spcAft>
                <a:spcPts val="0"/>
              </a:spcAft>
              <a:buClr>
                <a:schemeClr val="lt1"/>
              </a:buClr>
              <a:buSzPts val="600"/>
              <a:buNone/>
              <a:defRPr sz="600"/>
            </a:lvl2pPr>
            <a:lvl3pPr lvl="2">
              <a:spcBef>
                <a:spcPts val="0"/>
              </a:spcBef>
              <a:spcAft>
                <a:spcPts val="0"/>
              </a:spcAft>
              <a:buClr>
                <a:schemeClr val="lt1"/>
              </a:buClr>
              <a:buSzPts val="600"/>
              <a:buNone/>
              <a:defRPr sz="600"/>
            </a:lvl3pPr>
            <a:lvl4pPr lvl="3">
              <a:spcBef>
                <a:spcPts val="0"/>
              </a:spcBef>
              <a:spcAft>
                <a:spcPts val="0"/>
              </a:spcAft>
              <a:buClr>
                <a:schemeClr val="lt1"/>
              </a:buClr>
              <a:buSzPts val="600"/>
              <a:buNone/>
              <a:defRPr sz="600"/>
            </a:lvl4pPr>
            <a:lvl5pPr lvl="4">
              <a:spcBef>
                <a:spcPts val="0"/>
              </a:spcBef>
              <a:spcAft>
                <a:spcPts val="0"/>
              </a:spcAft>
              <a:buClr>
                <a:schemeClr val="lt1"/>
              </a:buClr>
              <a:buSzPts val="600"/>
              <a:buNone/>
              <a:defRPr sz="600"/>
            </a:lvl5pPr>
            <a:lvl6pPr lvl="5">
              <a:spcBef>
                <a:spcPts val="0"/>
              </a:spcBef>
              <a:spcAft>
                <a:spcPts val="0"/>
              </a:spcAft>
              <a:buClr>
                <a:schemeClr val="lt1"/>
              </a:buClr>
              <a:buSzPts val="600"/>
              <a:buNone/>
              <a:defRPr sz="600"/>
            </a:lvl6pPr>
            <a:lvl7pPr lvl="6">
              <a:spcBef>
                <a:spcPts val="0"/>
              </a:spcBef>
              <a:spcAft>
                <a:spcPts val="0"/>
              </a:spcAft>
              <a:buClr>
                <a:schemeClr val="lt1"/>
              </a:buClr>
              <a:buSzPts val="600"/>
              <a:buNone/>
              <a:defRPr sz="600"/>
            </a:lvl7pPr>
            <a:lvl8pPr lvl="7">
              <a:spcBef>
                <a:spcPts val="0"/>
              </a:spcBef>
              <a:spcAft>
                <a:spcPts val="0"/>
              </a:spcAft>
              <a:buClr>
                <a:schemeClr val="lt1"/>
              </a:buClr>
              <a:buSzPts val="600"/>
              <a:buNone/>
              <a:defRPr sz="600"/>
            </a:lvl8pPr>
            <a:lvl9pPr lvl="8">
              <a:spcBef>
                <a:spcPts val="0"/>
              </a:spcBef>
              <a:spcAft>
                <a:spcPts val="0"/>
              </a:spcAft>
              <a:buClr>
                <a:schemeClr val="lt1"/>
              </a:buClr>
              <a:buSzPts val="600"/>
              <a:buNone/>
              <a:defRPr sz="600"/>
            </a:lvl9pPr>
          </a:lstStyle>
          <a:p/>
        </p:txBody>
      </p:sp>
      <p:sp>
        <p:nvSpPr>
          <p:cNvPr id="170" name="Google Shape;170;p17"/>
          <p:cNvSpPr txBox="1"/>
          <p:nvPr>
            <p:ph idx="13" type="subTitle"/>
          </p:nvPr>
        </p:nvSpPr>
        <p:spPr>
          <a:xfrm>
            <a:off x="7518500" y="4750800"/>
            <a:ext cx="1340700" cy="103200"/>
          </a:xfrm>
          <a:prstGeom prst="rect">
            <a:avLst/>
          </a:prstGeom>
        </p:spPr>
        <p:txBody>
          <a:bodyPr anchorCtr="0" anchor="t" bIns="0" lIns="0" spcFirstLastPara="1" rIns="0" wrap="square" tIns="0">
            <a:noAutofit/>
          </a:bodyPr>
          <a:lstStyle>
            <a:lvl1pPr lvl="0" algn="r">
              <a:lnSpc>
                <a:spcPct val="115000"/>
              </a:lnSpc>
              <a:spcBef>
                <a:spcPts val="0"/>
              </a:spcBef>
              <a:spcAft>
                <a:spcPts val="0"/>
              </a:spcAft>
              <a:buNone/>
              <a:defRPr sz="600"/>
            </a:lvl1pPr>
            <a:lvl2pPr lvl="1" algn="r">
              <a:spcBef>
                <a:spcPts val="0"/>
              </a:spcBef>
              <a:spcAft>
                <a:spcPts val="0"/>
              </a:spcAft>
              <a:buClr>
                <a:schemeClr val="lt1"/>
              </a:buClr>
              <a:buSzPts val="600"/>
              <a:buNone/>
              <a:defRPr sz="600"/>
            </a:lvl2pPr>
            <a:lvl3pPr lvl="2" algn="r">
              <a:spcBef>
                <a:spcPts val="0"/>
              </a:spcBef>
              <a:spcAft>
                <a:spcPts val="0"/>
              </a:spcAft>
              <a:buClr>
                <a:schemeClr val="lt1"/>
              </a:buClr>
              <a:buSzPts val="600"/>
              <a:buNone/>
              <a:defRPr sz="600"/>
            </a:lvl3pPr>
            <a:lvl4pPr lvl="3" algn="r">
              <a:spcBef>
                <a:spcPts val="0"/>
              </a:spcBef>
              <a:spcAft>
                <a:spcPts val="0"/>
              </a:spcAft>
              <a:buClr>
                <a:schemeClr val="lt1"/>
              </a:buClr>
              <a:buSzPts val="600"/>
              <a:buNone/>
              <a:defRPr sz="600"/>
            </a:lvl4pPr>
            <a:lvl5pPr lvl="4" algn="r">
              <a:spcBef>
                <a:spcPts val="0"/>
              </a:spcBef>
              <a:spcAft>
                <a:spcPts val="0"/>
              </a:spcAft>
              <a:buClr>
                <a:schemeClr val="lt1"/>
              </a:buClr>
              <a:buSzPts val="600"/>
              <a:buNone/>
              <a:defRPr sz="600"/>
            </a:lvl5pPr>
            <a:lvl6pPr lvl="5" algn="r">
              <a:spcBef>
                <a:spcPts val="0"/>
              </a:spcBef>
              <a:spcAft>
                <a:spcPts val="0"/>
              </a:spcAft>
              <a:buClr>
                <a:schemeClr val="lt1"/>
              </a:buClr>
              <a:buSzPts val="600"/>
              <a:buNone/>
              <a:defRPr sz="600"/>
            </a:lvl6pPr>
            <a:lvl7pPr lvl="6" algn="r">
              <a:spcBef>
                <a:spcPts val="0"/>
              </a:spcBef>
              <a:spcAft>
                <a:spcPts val="0"/>
              </a:spcAft>
              <a:buClr>
                <a:schemeClr val="lt1"/>
              </a:buClr>
              <a:buSzPts val="600"/>
              <a:buNone/>
              <a:defRPr sz="600"/>
            </a:lvl7pPr>
            <a:lvl8pPr lvl="7" algn="r">
              <a:spcBef>
                <a:spcPts val="0"/>
              </a:spcBef>
              <a:spcAft>
                <a:spcPts val="0"/>
              </a:spcAft>
              <a:buClr>
                <a:schemeClr val="lt1"/>
              </a:buClr>
              <a:buSzPts val="600"/>
              <a:buNone/>
              <a:defRPr sz="600"/>
            </a:lvl8pPr>
            <a:lvl9pPr lvl="8" algn="r">
              <a:spcBef>
                <a:spcPts val="0"/>
              </a:spcBef>
              <a:spcAft>
                <a:spcPts val="0"/>
              </a:spcAft>
              <a:buClr>
                <a:schemeClr val="lt1"/>
              </a:buClr>
              <a:buSzPts val="600"/>
              <a:buNone/>
              <a:defRPr sz="600"/>
            </a:lvl9pPr>
          </a:lstStyle>
          <a:p/>
        </p:txBody>
      </p:sp>
      <p:sp>
        <p:nvSpPr>
          <p:cNvPr id="171" name="Google Shape;171;p17"/>
          <p:cNvSpPr txBox="1"/>
          <p:nvPr>
            <p:ph idx="14" type="title"/>
          </p:nvPr>
        </p:nvSpPr>
        <p:spPr>
          <a:xfrm>
            <a:off x="4731400" y="509451"/>
            <a:ext cx="481500" cy="304800"/>
          </a:xfrm>
          <a:prstGeom prst="rect">
            <a:avLst/>
          </a:prstGeom>
        </p:spPr>
        <p:txBody>
          <a:bodyPr anchorCtr="0" anchor="t" bIns="0" lIns="0" spcFirstLastPara="1" rIns="0" wrap="square" tIns="0">
            <a:spAutoFit/>
          </a:bodyPr>
          <a:lstStyle>
            <a:lvl1pPr lvl="0">
              <a:lnSpc>
                <a:spcPct val="100000"/>
              </a:lnSpc>
              <a:spcBef>
                <a:spcPts val="0"/>
              </a:spcBef>
              <a:spcAft>
                <a:spcPts val="0"/>
              </a:spcAft>
              <a:buNone/>
              <a:defRPr sz="1000">
                <a:solidFill>
                  <a:schemeClr val="lt2"/>
                </a:solidFill>
              </a:defRPr>
            </a:lvl1pPr>
            <a:lvl2pPr lvl="1">
              <a:lnSpc>
                <a:spcPct val="100000"/>
              </a:lnSpc>
              <a:spcBef>
                <a:spcPts val="0"/>
              </a:spcBef>
              <a:spcAft>
                <a:spcPts val="0"/>
              </a:spcAft>
              <a:buNone/>
              <a:defRPr sz="1000"/>
            </a:lvl2pPr>
            <a:lvl3pPr lvl="2">
              <a:lnSpc>
                <a:spcPct val="100000"/>
              </a:lnSpc>
              <a:spcBef>
                <a:spcPts val="0"/>
              </a:spcBef>
              <a:spcAft>
                <a:spcPts val="0"/>
              </a:spcAft>
              <a:buNone/>
              <a:defRPr sz="1000"/>
            </a:lvl3pPr>
            <a:lvl4pPr lvl="3">
              <a:lnSpc>
                <a:spcPct val="100000"/>
              </a:lnSpc>
              <a:spcBef>
                <a:spcPts val="0"/>
              </a:spcBef>
              <a:spcAft>
                <a:spcPts val="0"/>
              </a:spcAft>
              <a:buNone/>
              <a:defRPr sz="1000"/>
            </a:lvl4pPr>
            <a:lvl5pPr lvl="4">
              <a:lnSpc>
                <a:spcPct val="100000"/>
              </a:lnSpc>
              <a:spcBef>
                <a:spcPts val="0"/>
              </a:spcBef>
              <a:spcAft>
                <a:spcPts val="0"/>
              </a:spcAft>
              <a:buNone/>
              <a:defRPr sz="1000"/>
            </a:lvl5pPr>
            <a:lvl6pPr lvl="5">
              <a:lnSpc>
                <a:spcPct val="100000"/>
              </a:lnSpc>
              <a:spcBef>
                <a:spcPts val="0"/>
              </a:spcBef>
              <a:spcAft>
                <a:spcPts val="0"/>
              </a:spcAft>
              <a:buNone/>
              <a:defRPr sz="1000"/>
            </a:lvl6pPr>
            <a:lvl7pPr lvl="6">
              <a:lnSpc>
                <a:spcPct val="100000"/>
              </a:lnSpc>
              <a:spcBef>
                <a:spcPts val="0"/>
              </a:spcBef>
              <a:spcAft>
                <a:spcPts val="0"/>
              </a:spcAft>
              <a:buNone/>
              <a:defRPr sz="1000"/>
            </a:lvl7pPr>
            <a:lvl8pPr lvl="7">
              <a:lnSpc>
                <a:spcPct val="100000"/>
              </a:lnSpc>
              <a:spcBef>
                <a:spcPts val="0"/>
              </a:spcBef>
              <a:spcAft>
                <a:spcPts val="0"/>
              </a:spcAft>
              <a:buNone/>
              <a:defRPr sz="1000"/>
            </a:lvl8pPr>
            <a:lvl9pPr lvl="8">
              <a:lnSpc>
                <a:spcPct val="100000"/>
              </a:lnSpc>
              <a:spcBef>
                <a:spcPts val="0"/>
              </a:spcBef>
              <a:spcAft>
                <a:spcPts val="0"/>
              </a:spcAft>
              <a:buNone/>
              <a:defRPr sz="1000"/>
            </a:lvl9pPr>
          </a:lstStyle>
          <a:p/>
        </p:txBody>
      </p:sp>
      <p:sp>
        <p:nvSpPr>
          <p:cNvPr id="172" name="Google Shape;172;p17"/>
          <p:cNvSpPr txBox="1"/>
          <p:nvPr>
            <p:ph idx="15" type="title"/>
          </p:nvPr>
        </p:nvSpPr>
        <p:spPr>
          <a:xfrm>
            <a:off x="4731400" y="1596758"/>
            <a:ext cx="481500" cy="304800"/>
          </a:xfrm>
          <a:prstGeom prst="rect">
            <a:avLst/>
          </a:prstGeom>
        </p:spPr>
        <p:txBody>
          <a:bodyPr anchorCtr="0" anchor="t" bIns="0" lIns="0" spcFirstLastPara="1" rIns="0" wrap="square" tIns="0">
            <a:spAutoFit/>
          </a:bodyPr>
          <a:lstStyle>
            <a:lvl1pPr lvl="0">
              <a:lnSpc>
                <a:spcPct val="100000"/>
              </a:lnSpc>
              <a:spcBef>
                <a:spcPts val="0"/>
              </a:spcBef>
              <a:spcAft>
                <a:spcPts val="0"/>
              </a:spcAft>
              <a:buNone/>
              <a:defRPr sz="1000"/>
            </a:lvl1pPr>
            <a:lvl2pPr lvl="1">
              <a:lnSpc>
                <a:spcPct val="100000"/>
              </a:lnSpc>
              <a:spcBef>
                <a:spcPts val="0"/>
              </a:spcBef>
              <a:spcAft>
                <a:spcPts val="0"/>
              </a:spcAft>
              <a:buNone/>
              <a:defRPr sz="1000"/>
            </a:lvl2pPr>
            <a:lvl3pPr lvl="2">
              <a:lnSpc>
                <a:spcPct val="100000"/>
              </a:lnSpc>
              <a:spcBef>
                <a:spcPts val="0"/>
              </a:spcBef>
              <a:spcAft>
                <a:spcPts val="0"/>
              </a:spcAft>
              <a:buNone/>
              <a:defRPr sz="1000"/>
            </a:lvl3pPr>
            <a:lvl4pPr lvl="3">
              <a:lnSpc>
                <a:spcPct val="100000"/>
              </a:lnSpc>
              <a:spcBef>
                <a:spcPts val="0"/>
              </a:spcBef>
              <a:spcAft>
                <a:spcPts val="0"/>
              </a:spcAft>
              <a:buNone/>
              <a:defRPr sz="1000"/>
            </a:lvl4pPr>
            <a:lvl5pPr lvl="4">
              <a:lnSpc>
                <a:spcPct val="100000"/>
              </a:lnSpc>
              <a:spcBef>
                <a:spcPts val="0"/>
              </a:spcBef>
              <a:spcAft>
                <a:spcPts val="0"/>
              </a:spcAft>
              <a:buNone/>
              <a:defRPr sz="1000"/>
            </a:lvl5pPr>
            <a:lvl6pPr lvl="5">
              <a:lnSpc>
                <a:spcPct val="100000"/>
              </a:lnSpc>
              <a:spcBef>
                <a:spcPts val="0"/>
              </a:spcBef>
              <a:spcAft>
                <a:spcPts val="0"/>
              </a:spcAft>
              <a:buNone/>
              <a:defRPr sz="1000"/>
            </a:lvl6pPr>
            <a:lvl7pPr lvl="6">
              <a:lnSpc>
                <a:spcPct val="100000"/>
              </a:lnSpc>
              <a:spcBef>
                <a:spcPts val="0"/>
              </a:spcBef>
              <a:spcAft>
                <a:spcPts val="0"/>
              </a:spcAft>
              <a:buNone/>
              <a:defRPr sz="1000"/>
            </a:lvl7pPr>
            <a:lvl8pPr lvl="7">
              <a:lnSpc>
                <a:spcPct val="100000"/>
              </a:lnSpc>
              <a:spcBef>
                <a:spcPts val="0"/>
              </a:spcBef>
              <a:spcAft>
                <a:spcPts val="0"/>
              </a:spcAft>
              <a:buNone/>
              <a:defRPr sz="1000"/>
            </a:lvl8pPr>
            <a:lvl9pPr lvl="8">
              <a:lnSpc>
                <a:spcPct val="100000"/>
              </a:lnSpc>
              <a:spcBef>
                <a:spcPts val="0"/>
              </a:spcBef>
              <a:spcAft>
                <a:spcPts val="0"/>
              </a:spcAft>
              <a:buNone/>
              <a:defRPr sz="1000"/>
            </a:lvl9pPr>
          </a:lstStyle>
          <a:p/>
        </p:txBody>
      </p:sp>
      <p:sp>
        <p:nvSpPr>
          <p:cNvPr id="173" name="Google Shape;173;p17"/>
          <p:cNvSpPr txBox="1"/>
          <p:nvPr>
            <p:ph idx="16" type="title"/>
          </p:nvPr>
        </p:nvSpPr>
        <p:spPr>
          <a:xfrm>
            <a:off x="4731400" y="2684065"/>
            <a:ext cx="481500" cy="304800"/>
          </a:xfrm>
          <a:prstGeom prst="rect">
            <a:avLst/>
          </a:prstGeom>
        </p:spPr>
        <p:txBody>
          <a:bodyPr anchorCtr="0" anchor="t" bIns="0" lIns="0" spcFirstLastPara="1" rIns="0" wrap="square" tIns="0">
            <a:spAutoFit/>
          </a:bodyPr>
          <a:lstStyle>
            <a:lvl1pPr lvl="0">
              <a:lnSpc>
                <a:spcPct val="100000"/>
              </a:lnSpc>
              <a:spcBef>
                <a:spcPts val="0"/>
              </a:spcBef>
              <a:spcAft>
                <a:spcPts val="0"/>
              </a:spcAft>
              <a:buNone/>
              <a:defRPr sz="1000"/>
            </a:lvl1pPr>
            <a:lvl2pPr lvl="1">
              <a:lnSpc>
                <a:spcPct val="100000"/>
              </a:lnSpc>
              <a:spcBef>
                <a:spcPts val="0"/>
              </a:spcBef>
              <a:spcAft>
                <a:spcPts val="0"/>
              </a:spcAft>
              <a:buNone/>
              <a:defRPr sz="1000"/>
            </a:lvl2pPr>
            <a:lvl3pPr lvl="2">
              <a:lnSpc>
                <a:spcPct val="100000"/>
              </a:lnSpc>
              <a:spcBef>
                <a:spcPts val="0"/>
              </a:spcBef>
              <a:spcAft>
                <a:spcPts val="0"/>
              </a:spcAft>
              <a:buNone/>
              <a:defRPr sz="1000"/>
            </a:lvl3pPr>
            <a:lvl4pPr lvl="3">
              <a:lnSpc>
                <a:spcPct val="100000"/>
              </a:lnSpc>
              <a:spcBef>
                <a:spcPts val="0"/>
              </a:spcBef>
              <a:spcAft>
                <a:spcPts val="0"/>
              </a:spcAft>
              <a:buNone/>
              <a:defRPr sz="1000"/>
            </a:lvl4pPr>
            <a:lvl5pPr lvl="4">
              <a:lnSpc>
                <a:spcPct val="100000"/>
              </a:lnSpc>
              <a:spcBef>
                <a:spcPts val="0"/>
              </a:spcBef>
              <a:spcAft>
                <a:spcPts val="0"/>
              </a:spcAft>
              <a:buNone/>
              <a:defRPr sz="1000"/>
            </a:lvl5pPr>
            <a:lvl6pPr lvl="5">
              <a:lnSpc>
                <a:spcPct val="100000"/>
              </a:lnSpc>
              <a:spcBef>
                <a:spcPts val="0"/>
              </a:spcBef>
              <a:spcAft>
                <a:spcPts val="0"/>
              </a:spcAft>
              <a:buNone/>
              <a:defRPr sz="1000"/>
            </a:lvl6pPr>
            <a:lvl7pPr lvl="6">
              <a:lnSpc>
                <a:spcPct val="100000"/>
              </a:lnSpc>
              <a:spcBef>
                <a:spcPts val="0"/>
              </a:spcBef>
              <a:spcAft>
                <a:spcPts val="0"/>
              </a:spcAft>
              <a:buNone/>
              <a:defRPr sz="1000"/>
            </a:lvl7pPr>
            <a:lvl8pPr lvl="7">
              <a:lnSpc>
                <a:spcPct val="100000"/>
              </a:lnSpc>
              <a:spcBef>
                <a:spcPts val="0"/>
              </a:spcBef>
              <a:spcAft>
                <a:spcPts val="0"/>
              </a:spcAft>
              <a:buNone/>
              <a:defRPr sz="1000"/>
            </a:lvl8pPr>
            <a:lvl9pPr lvl="8">
              <a:lnSpc>
                <a:spcPct val="100000"/>
              </a:lnSpc>
              <a:spcBef>
                <a:spcPts val="0"/>
              </a:spcBef>
              <a:spcAft>
                <a:spcPts val="0"/>
              </a:spcAft>
              <a:buNone/>
              <a:defRPr sz="1000"/>
            </a:lvl9pPr>
          </a:lstStyle>
          <a:p/>
        </p:txBody>
      </p:sp>
      <p:sp>
        <p:nvSpPr>
          <p:cNvPr id="174" name="Google Shape;174;p17"/>
          <p:cNvSpPr txBox="1"/>
          <p:nvPr>
            <p:ph idx="17" type="title"/>
          </p:nvPr>
        </p:nvSpPr>
        <p:spPr>
          <a:xfrm>
            <a:off x="4731400" y="3771372"/>
            <a:ext cx="481500" cy="304800"/>
          </a:xfrm>
          <a:prstGeom prst="rect">
            <a:avLst/>
          </a:prstGeom>
        </p:spPr>
        <p:txBody>
          <a:bodyPr anchorCtr="0" anchor="t" bIns="0" lIns="0" spcFirstLastPara="1" rIns="0" wrap="square" tIns="0">
            <a:spAutoFit/>
          </a:bodyPr>
          <a:lstStyle>
            <a:lvl1pPr lvl="0">
              <a:lnSpc>
                <a:spcPct val="100000"/>
              </a:lnSpc>
              <a:spcBef>
                <a:spcPts val="0"/>
              </a:spcBef>
              <a:spcAft>
                <a:spcPts val="0"/>
              </a:spcAft>
              <a:buNone/>
              <a:defRPr sz="1000"/>
            </a:lvl1pPr>
            <a:lvl2pPr lvl="1">
              <a:lnSpc>
                <a:spcPct val="100000"/>
              </a:lnSpc>
              <a:spcBef>
                <a:spcPts val="0"/>
              </a:spcBef>
              <a:spcAft>
                <a:spcPts val="0"/>
              </a:spcAft>
              <a:buNone/>
              <a:defRPr sz="1000"/>
            </a:lvl2pPr>
            <a:lvl3pPr lvl="2">
              <a:lnSpc>
                <a:spcPct val="100000"/>
              </a:lnSpc>
              <a:spcBef>
                <a:spcPts val="0"/>
              </a:spcBef>
              <a:spcAft>
                <a:spcPts val="0"/>
              </a:spcAft>
              <a:buNone/>
              <a:defRPr sz="1000"/>
            </a:lvl3pPr>
            <a:lvl4pPr lvl="3">
              <a:lnSpc>
                <a:spcPct val="100000"/>
              </a:lnSpc>
              <a:spcBef>
                <a:spcPts val="0"/>
              </a:spcBef>
              <a:spcAft>
                <a:spcPts val="0"/>
              </a:spcAft>
              <a:buNone/>
              <a:defRPr sz="1000"/>
            </a:lvl4pPr>
            <a:lvl5pPr lvl="4">
              <a:lnSpc>
                <a:spcPct val="100000"/>
              </a:lnSpc>
              <a:spcBef>
                <a:spcPts val="0"/>
              </a:spcBef>
              <a:spcAft>
                <a:spcPts val="0"/>
              </a:spcAft>
              <a:buNone/>
              <a:defRPr sz="1000"/>
            </a:lvl5pPr>
            <a:lvl6pPr lvl="5">
              <a:lnSpc>
                <a:spcPct val="100000"/>
              </a:lnSpc>
              <a:spcBef>
                <a:spcPts val="0"/>
              </a:spcBef>
              <a:spcAft>
                <a:spcPts val="0"/>
              </a:spcAft>
              <a:buNone/>
              <a:defRPr sz="1000"/>
            </a:lvl6pPr>
            <a:lvl7pPr lvl="6">
              <a:lnSpc>
                <a:spcPct val="100000"/>
              </a:lnSpc>
              <a:spcBef>
                <a:spcPts val="0"/>
              </a:spcBef>
              <a:spcAft>
                <a:spcPts val="0"/>
              </a:spcAft>
              <a:buNone/>
              <a:defRPr sz="1000"/>
            </a:lvl7pPr>
            <a:lvl8pPr lvl="7">
              <a:lnSpc>
                <a:spcPct val="100000"/>
              </a:lnSpc>
              <a:spcBef>
                <a:spcPts val="0"/>
              </a:spcBef>
              <a:spcAft>
                <a:spcPts val="0"/>
              </a:spcAft>
              <a:buNone/>
              <a:defRPr sz="1000"/>
            </a:lvl8pPr>
            <a:lvl9pPr lvl="8">
              <a:lnSpc>
                <a:spcPct val="100000"/>
              </a:lnSpc>
              <a:spcBef>
                <a:spcPts val="0"/>
              </a:spcBef>
              <a:spcAft>
                <a:spcPts val="0"/>
              </a:spcAft>
              <a:buNone/>
              <a:defRPr sz="10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4">
  <p:cSld name="CUSTOM_2_1_1">
    <p:spTree>
      <p:nvGrpSpPr>
        <p:cNvPr id="175" name="Shape 175"/>
        <p:cNvGrpSpPr/>
        <p:nvPr/>
      </p:nvGrpSpPr>
      <p:grpSpPr>
        <a:xfrm>
          <a:off x="0" y="0"/>
          <a:ext cx="0" cy="0"/>
          <a:chOff x="0" y="0"/>
          <a:chExt cx="0" cy="0"/>
        </a:xfrm>
      </p:grpSpPr>
      <p:sp>
        <p:nvSpPr>
          <p:cNvPr id="176" name="Google Shape;176;p18"/>
          <p:cNvSpPr txBox="1"/>
          <p:nvPr>
            <p:ph idx="1" type="body"/>
          </p:nvPr>
        </p:nvSpPr>
        <p:spPr>
          <a:xfrm>
            <a:off x="6071873" y="767058"/>
            <a:ext cx="2787300" cy="1608300"/>
          </a:xfrm>
          <a:prstGeom prst="rect">
            <a:avLst/>
          </a:prstGeom>
        </p:spPr>
        <p:txBody>
          <a:bodyPr anchorCtr="0" anchor="t" bIns="182875" lIns="182875" spcFirstLastPara="1" rIns="182875" wrap="square" tIns="0">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177" name="Google Shape;177;p18"/>
          <p:cNvSpPr txBox="1"/>
          <p:nvPr>
            <p:ph idx="2" type="body"/>
          </p:nvPr>
        </p:nvSpPr>
        <p:spPr>
          <a:xfrm>
            <a:off x="3178225" y="767058"/>
            <a:ext cx="2787300" cy="1608300"/>
          </a:xfrm>
          <a:prstGeom prst="rect">
            <a:avLst/>
          </a:prstGeom>
        </p:spPr>
        <p:txBody>
          <a:bodyPr anchorCtr="0" anchor="t" bIns="182875" lIns="182875" spcFirstLastPara="1" rIns="182875" wrap="square" tIns="0">
            <a:noAutofit/>
          </a:bodyPr>
          <a:lstStyle>
            <a:lvl1pPr indent="-292100" lvl="0" marL="457200">
              <a:spcBef>
                <a:spcPts val="0"/>
              </a:spcBef>
              <a:spcAft>
                <a:spcPts val="0"/>
              </a:spcAft>
              <a:buClr>
                <a:schemeClr val="lt2"/>
              </a:buClr>
              <a:buSzPts val="1000"/>
              <a:buChar char="●"/>
              <a:defRPr sz="1000">
                <a:solidFill>
                  <a:schemeClr val="lt2"/>
                </a:solidFill>
              </a:defRPr>
            </a:lvl1pPr>
            <a:lvl2pPr indent="-292100" lvl="1" marL="914400">
              <a:spcBef>
                <a:spcPts val="0"/>
              </a:spcBef>
              <a:spcAft>
                <a:spcPts val="0"/>
              </a:spcAft>
              <a:buClr>
                <a:schemeClr val="lt2"/>
              </a:buClr>
              <a:buSzPts val="1000"/>
              <a:buChar char="○"/>
              <a:defRPr sz="1000">
                <a:solidFill>
                  <a:schemeClr val="lt2"/>
                </a:solidFill>
              </a:defRPr>
            </a:lvl2pPr>
            <a:lvl3pPr indent="-292100" lvl="2" marL="1371600">
              <a:spcBef>
                <a:spcPts val="0"/>
              </a:spcBef>
              <a:spcAft>
                <a:spcPts val="0"/>
              </a:spcAft>
              <a:buClr>
                <a:schemeClr val="lt2"/>
              </a:buClr>
              <a:buSzPts val="1000"/>
              <a:buChar char="■"/>
              <a:defRPr sz="1000">
                <a:solidFill>
                  <a:schemeClr val="lt2"/>
                </a:solidFill>
              </a:defRPr>
            </a:lvl3pPr>
            <a:lvl4pPr indent="-292100" lvl="3" marL="1828800">
              <a:spcBef>
                <a:spcPts val="0"/>
              </a:spcBef>
              <a:spcAft>
                <a:spcPts val="0"/>
              </a:spcAft>
              <a:buClr>
                <a:schemeClr val="lt2"/>
              </a:buClr>
              <a:buSzPts val="1000"/>
              <a:buChar char="●"/>
              <a:defRPr sz="1000">
                <a:solidFill>
                  <a:schemeClr val="lt2"/>
                </a:solidFill>
              </a:defRPr>
            </a:lvl4pPr>
            <a:lvl5pPr indent="-292100" lvl="4" marL="2286000">
              <a:spcBef>
                <a:spcPts val="0"/>
              </a:spcBef>
              <a:spcAft>
                <a:spcPts val="0"/>
              </a:spcAft>
              <a:buClr>
                <a:schemeClr val="lt2"/>
              </a:buClr>
              <a:buSzPts val="1000"/>
              <a:buChar char="○"/>
              <a:defRPr sz="1000">
                <a:solidFill>
                  <a:schemeClr val="lt2"/>
                </a:solidFill>
              </a:defRPr>
            </a:lvl5pPr>
            <a:lvl6pPr indent="-292100" lvl="5" marL="2743200">
              <a:spcBef>
                <a:spcPts val="0"/>
              </a:spcBef>
              <a:spcAft>
                <a:spcPts val="0"/>
              </a:spcAft>
              <a:buClr>
                <a:schemeClr val="lt2"/>
              </a:buClr>
              <a:buSzPts val="1000"/>
              <a:buChar char="■"/>
              <a:defRPr sz="1000">
                <a:solidFill>
                  <a:schemeClr val="lt2"/>
                </a:solidFill>
              </a:defRPr>
            </a:lvl6pPr>
            <a:lvl7pPr indent="-292100" lvl="6" marL="3200400">
              <a:spcBef>
                <a:spcPts val="0"/>
              </a:spcBef>
              <a:spcAft>
                <a:spcPts val="0"/>
              </a:spcAft>
              <a:buClr>
                <a:schemeClr val="lt2"/>
              </a:buClr>
              <a:buSzPts val="1000"/>
              <a:buChar char="●"/>
              <a:defRPr sz="1000">
                <a:solidFill>
                  <a:schemeClr val="lt2"/>
                </a:solidFill>
              </a:defRPr>
            </a:lvl7pPr>
            <a:lvl8pPr indent="-292100" lvl="7" marL="3657600">
              <a:spcBef>
                <a:spcPts val="0"/>
              </a:spcBef>
              <a:spcAft>
                <a:spcPts val="0"/>
              </a:spcAft>
              <a:buClr>
                <a:schemeClr val="lt2"/>
              </a:buClr>
              <a:buSzPts val="1000"/>
              <a:buChar char="○"/>
              <a:defRPr sz="1000">
                <a:solidFill>
                  <a:schemeClr val="lt2"/>
                </a:solidFill>
              </a:defRPr>
            </a:lvl8pPr>
            <a:lvl9pPr indent="-292100" lvl="8" marL="4114800">
              <a:spcBef>
                <a:spcPts val="0"/>
              </a:spcBef>
              <a:spcAft>
                <a:spcPts val="0"/>
              </a:spcAft>
              <a:buClr>
                <a:schemeClr val="lt2"/>
              </a:buClr>
              <a:buSzPts val="1000"/>
              <a:buChar char="■"/>
              <a:defRPr sz="1000">
                <a:solidFill>
                  <a:schemeClr val="lt2"/>
                </a:solidFill>
              </a:defRPr>
            </a:lvl9pPr>
          </a:lstStyle>
          <a:p/>
        </p:txBody>
      </p:sp>
      <p:sp>
        <p:nvSpPr>
          <p:cNvPr id="178" name="Google Shape;178;p18"/>
          <p:cNvSpPr txBox="1"/>
          <p:nvPr>
            <p:ph idx="3" type="body"/>
          </p:nvPr>
        </p:nvSpPr>
        <p:spPr>
          <a:xfrm>
            <a:off x="6071873" y="2993932"/>
            <a:ext cx="2787300" cy="1608300"/>
          </a:xfrm>
          <a:prstGeom prst="rect">
            <a:avLst/>
          </a:prstGeom>
        </p:spPr>
        <p:txBody>
          <a:bodyPr anchorCtr="0" anchor="t" bIns="182875" lIns="182875" spcFirstLastPara="1" rIns="182875" wrap="square" tIns="0">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179" name="Google Shape;179;p18"/>
          <p:cNvSpPr txBox="1"/>
          <p:nvPr>
            <p:ph idx="4" type="body"/>
          </p:nvPr>
        </p:nvSpPr>
        <p:spPr>
          <a:xfrm>
            <a:off x="3178225" y="2993932"/>
            <a:ext cx="2787300" cy="1608300"/>
          </a:xfrm>
          <a:prstGeom prst="rect">
            <a:avLst/>
          </a:prstGeom>
        </p:spPr>
        <p:txBody>
          <a:bodyPr anchorCtr="0" anchor="t" bIns="182875" lIns="182875" spcFirstLastPara="1" rIns="182875" wrap="square" tIns="0">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180" name="Google Shape;180;p18"/>
          <p:cNvSpPr txBox="1"/>
          <p:nvPr>
            <p:ph type="title"/>
          </p:nvPr>
        </p:nvSpPr>
        <p:spPr>
          <a:xfrm>
            <a:off x="3178383" y="282825"/>
            <a:ext cx="1553400" cy="475800"/>
          </a:xfrm>
          <a:prstGeom prst="rect">
            <a:avLst/>
          </a:prstGeom>
        </p:spPr>
        <p:txBody>
          <a:bodyPr anchorCtr="0" anchor="t" bIns="0" lIns="182875" spcFirstLastPara="1" rIns="0" wrap="square" tIns="182875">
            <a:spAutoFit/>
          </a:bodyPr>
          <a:lstStyle>
            <a:lvl1pPr lvl="0">
              <a:lnSpc>
                <a:spcPct val="90000"/>
              </a:lnSpc>
              <a:spcBef>
                <a:spcPts val="0"/>
              </a:spcBef>
              <a:spcAft>
                <a:spcPts val="0"/>
              </a:spcAft>
              <a:buNone/>
              <a:defRPr sz="1200">
                <a:solidFill>
                  <a:schemeClr val="lt2"/>
                </a:solidFill>
                <a:latin typeface="Outfit SemiBold"/>
                <a:ea typeface="Outfit SemiBold"/>
                <a:cs typeface="Outfit SemiBold"/>
                <a:sym typeface="Outfit SemiBold"/>
              </a:defRPr>
            </a:lvl1pPr>
            <a:lvl2pPr lvl="1">
              <a:lnSpc>
                <a:spcPct val="115000"/>
              </a:lnSpc>
              <a:spcBef>
                <a:spcPts val="0"/>
              </a:spcBef>
              <a:spcAft>
                <a:spcPts val="0"/>
              </a:spcAft>
              <a:buNone/>
              <a:defRPr sz="1800">
                <a:solidFill>
                  <a:schemeClr val="lt2"/>
                </a:solidFill>
              </a:defRPr>
            </a:lvl2pPr>
            <a:lvl3pPr lvl="2">
              <a:lnSpc>
                <a:spcPct val="115000"/>
              </a:lnSpc>
              <a:spcBef>
                <a:spcPts val="0"/>
              </a:spcBef>
              <a:spcAft>
                <a:spcPts val="0"/>
              </a:spcAft>
              <a:buNone/>
              <a:defRPr sz="1800">
                <a:solidFill>
                  <a:schemeClr val="lt2"/>
                </a:solidFill>
              </a:defRPr>
            </a:lvl3pPr>
            <a:lvl4pPr lvl="3">
              <a:lnSpc>
                <a:spcPct val="115000"/>
              </a:lnSpc>
              <a:spcBef>
                <a:spcPts val="0"/>
              </a:spcBef>
              <a:spcAft>
                <a:spcPts val="0"/>
              </a:spcAft>
              <a:buNone/>
              <a:defRPr sz="1800">
                <a:solidFill>
                  <a:schemeClr val="lt2"/>
                </a:solidFill>
              </a:defRPr>
            </a:lvl4pPr>
            <a:lvl5pPr lvl="4">
              <a:lnSpc>
                <a:spcPct val="115000"/>
              </a:lnSpc>
              <a:spcBef>
                <a:spcPts val="0"/>
              </a:spcBef>
              <a:spcAft>
                <a:spcPts val="0"/>
              </a:spcAft>
              <a:buNone/>
              <a:defRPr sz="1800">
                <a:solidFill>
                  <a:schemeClr val="lt2"/>
                </a:solidFill>
              </a:defRPr>
            </a:lvl5pPr>
            <a:lvl6pPr lvl="5">
              <a:lnSpc>
                <a:spcPct val="115000"/>
              </a:lnSpc>
              <a:spcBef>
                <a:spcPts val="0"/>
              </a:spcBef>
              <a:spcAft>
                <a:spcPts val="0"/>
              </a:spcAft>
              <a:buNone/>
              <a:defRPr sz="1800">
                <a:solidFill>
                  <a:schemeClr val="lt2"/>
                </a:solidFill>
              </a:defRPr>
            </a:lvl6pPr>
            <a:lvl7pPr lvl="6">
              <a:lnSpc>
                <a:spcPct val="115000"/>
              </a:lnSpc>
              <a:spcBef>
                <a:spcPts val="0"/>
              </a:spcBef>
              <a:spcAft>
                <a:spcPts val="0"/>
              </a:spcAft>
              <a:buNone/>
              <a:defRPr sz="1800">
                <a:solidFill>
                  <a:schemeClr val="lt2"/>
                </a:solidFill>
              </a:defRPr>
            </a:lvl7pPr>
            <a:lvl8pPr lvl="7">
              <a:lnSpc>
                <a:spcPct val="115000"/>
              </a:lnSpc>
              <a:spcBef>
                <a:spcPts val="0"/>
              </a:spcBef>
              <a:spcAft>
                <a:spcPts val="0"/>
              </a:spcAft>
              <a:buNone/>
              <a:defRPr sz="1800">
                <a:solidFill>
                  <a:schemeClr val="lt2"/>
                </a:solidFill>
              </a:defRPr>
            </a:lvl8pPr>
            <a:lvl9pPr lvl="8">
              <a:lnSpc>
                <a:spcPct val="115000"/>
              </a:lnSpc>
              <a:spcBef>
                <a:spcPts val="0"/>
              </a:spcBef>
              <a:spcAft>
                <a:spcPts val="0"/>
              </a:spcAft>
              <a:buNone/>
              <a:defRPr sz="1800">
                <a:solidFill>
                  <a:schemeClr val="lt2"/>
                </a:solidFill>
              </a:defRPr>
            </a:lvl9pPr>
          </a:lstStyle>
          <a:p/>
        </p:txBody>
      </p:sp>
      <p:sp>
        <p:nvSpPr>
          <p:cNvPr id="181" name="Google Shape;181;p18"/>
          <p:cNvSpPr txBox="1"/>
          <p:nvPr>
            <p:ph idx="5" type="title"/>
          </p:nvPr>
        </p:nvSpPr>
        <p:spPr>
          <a:xfrm>
            <a:off x="6072048" y="282825"/>
            <a:ext cx="1553400" cy="475800"/>
          </a:xfrm>
          <a:prstGeom prst="rect">
            <a:avLst/>
          </a:prstGeom>
        </p:spPr>
        <p:txBody>
          <a:bodyPr anchorCtr="0" anchor="t" bIns="0" lIns="182875" spcFirstLastPara="1" rIns="0" wrap="square" tIns="182875">
            <a:spAutoFit/>
          </a:bodyPr>
          <a:lstStyle>
            <a:lvl1pPr lvl="0">
              <a:lnSpc>
                <a:spcPct val="90000"/>
              </a:lnSpc>
              <a:spcBef>
                <a:spcPts val="0"/>
              </a:spcBef>
              <a:spcAft>
                <a:spcPts val="0"/>
              </a:spcAft>
              <a:buNone/>
              <a:defRPr sz="1200">
                <a:latin typeface="Outfit SemiBold"/>
                <a:ea typeface="Outfit SemiBold"/>
                <a:cs typeface="Outfit SemiBold"/>
                <a:sym typeface="Outfit SemiBold"/>
              </a:defRPr>
            </a:lvl1pPr>
            <a:lvl2pPr lvl="1">
              <a:lnSpc>
                <a:spcPct val="115000"/>
              </a:lnSpc>
              <a:spcBef>
                <a:spcPts val="0"/>
              </a:spcBef>
              <a:spcAft>
                <a:spcPts val="0"/>
              </a:spcAft>
              <a:buNone/>
              <a:defRPr sz="1800"/>
            </a:lvl2pPr>
            <a:lvl3pPr lvl="2">
              <a:lnSpc>
                <a:spcPct val="115000"/>
              </a:lnSpc>
              <a:spcBef>
                <a:spcPts val="0"/>
              </a:spcBef>
              <a:spcAft>
                <a:spcPts val="0"/>
              </a:spcAft>
              <a:buNone/>
              <a:defRPr sz="1800"/>
            </a:lvl3pPr>
            <a:lvl4pPr lvl="3">
              <a:lnSpc>
                <a:spcPct val="115000"/>
              </a:lnSpc>
              <a:spcBef>
                <a:spcPts val="0"/>
              </a:spcBef>
              <a:spcAft>
                <a:spcPts val="0"/>
              </a:spcAft>
              <a:buNone/>
              <a:defRPr sz="1800"/>
            </a:lvl4pPr>
            <a:lvl5pPr lvl="4">
              <a:lnSpc>
                <a:spcPct val="115000"/>
              </a:lnSpc>
              <a:spcBef>
                <a:spcPts val="0"/>
              </a:spcBef>
              <a:spcAft>
                <a:spcPts val="0"/>
              </a:spcAft>
              <a:buNone/>
              <a:defRPr sz="1800"/>
            </a:lvl5pPr>
            <a:lvl6pPr lvl="5">
              <a:lnSpc>
                <a:spcPct val="115000"/>
              </a:lnSpc>
              <a:spcBef>
                <a:spcPts val="0"/>
              </a:spcBef>
              <a:spcAft>
                <a:spcPts val="0"/>
              </a:spcAft>
              <a:buNone/>
              <a:defRPr sz="1800"/>
            </a:lvl6pPr>
            <a:lvl7pPr lvl="6">
              <a:lnSpc>
                <a:spcPct val="115000"/>
              </a:lnSpc>
              <a:spcBef>
                <a:spcPts val="0"/>
              </a:spcBef>
              <a:spcAft>
                <a:spcPts val="0"/>
              </a:spcAft>
              <a:buNone/>
              <a:defRPr sz="1800"/>
            </a:lvl7pPr>
            <a:lvl8pPr lvl="7">
              <a:lnSpc>
                <a:spcPct val="115000"/>
              </a:lnSpc>
              <a:spcBef>
                <a:spcPts val="0"/>
              </a:spcBef>
              <a:spcAft>
                <a:spcPts val="0"/>
              </a:spcAft>
              <a:buNone/>
              <a:defRPr sz="1800"/>
            </a:lvl8pPr>
            <a:lvl9pPr lvl="8">
              <a:lnSpc>
                <a:spcPct val="115000"/>
              </a:lnSpc>
              <a:spcBef>
                <a:spcPts val="0"/>
              </a:spcBef>
              <a:spcAft>
                <a:spcPts val="0"/>
              </a:spcAft>
              <a:buNone/>
              <a:defRPr sz="1800"/>
            </a:lvl9pPr>
          </a:lstStyle>
          <a:p/>
        </p:txBody>
      </p:sp>
      <p:sp>
        <p:nvSpPr>
          <p:cNvPr id="182" name="Google Shape;182;p18"/>
          <p:cNvSpPr txBox="1"/>
          <p:nvPr>
            <p:ph idx="6" type="title"/>
          </p:nvPr>
        </p:nvSpPr>
        <p:spPr>
          <a:xfrm>
            <a:off x="3178383" y="2509698"/>
            <a:ext cx="1553400" cy="475800"/>
          </a:xfrm>
          <a:prstGeom prst="rect">
            <a:avLst/>
          </a:prstGeom>
        </p:spPr>
        <p:txBody>
          <a:bodyPr anchorCtr="0" anchor="t" bIns="0" lIns="182875" spcFirstLastPara="1" rIns="0" wrap="square" tIns="182875">
            <a:spAutoFit/>
          </a:bodyPr>
          <a:lstStyle>
            <a:lvl1pPr lvl="0">
              <a:lnSpc>
                <a:spcPct val="90000"/>
              </a:lnSpc>
              <a:spcBef>
                <a:spcPts val="0"/>
              </a:spcBef>
              <a:spcAft>
                <a:spcPts val="0"/>
              </a:spcAft>
              <a:buNone/>
              <a:defRPr sz="1200">
                <a:latin typeface="Outfit SemiBold"/>
                <a:ea typeface="Outfit SemiBold"/>
                <a:cs typeface="Outfit SemiBold"/>
                <a:sym typeface="Outfit SemiBold"/>
              </a:defRPr>
            </a:lvl1pPr>
            <a:lvl2pPr lvl="1">
              <a:lnSpc>
                <a:spcPct val="115000"/>
              </a:lnSpc>
              <a:spcBef>
                <a:spcPts val="0"/>
              </a:spcBef>
              <a:spcAft>
                <a:spcPts val="0"/>
              </a:spcAft>
              <a:buNone/>
              <a:defRPr sz="1800"/>
            </a:lvl2pPr>
            <a:lvl3pPr lvl="2">
              <a:lnSpc>
                <a:spcPct val="115000"/>
              </a:lnSpc>
              <a:spcBef>
                <a:spcPts val="0"/>
              </a:spcBef>
              <a:spcAft>
                <a:spcPts val="0"/>
              </a:spcAft>
              <a:buNone/>
              <a:defRPr sz="1800"/>
            </a:lvl3pPr>
            <a:lvl4pPr lvl="3">
              <a:lnSpc>
                <a:spcPct val="115000"/>
              </a:lnSpc>
              <a:spcBef>
                <a:spcPts val="0"/>
              </a:spcBef>
              <a:spcAft>
                <a:spcPts val="0"/>
              </a:spcAft>
              <a:buNone/>
              <a:defRPr sz="1800"/>
            </a:lvl4pPr>
            <a:lvl5pPr lvl="4">
              <a:lnSpc>
                <a:spcPct val="115000"/>
              </a:lnSpc>
              <a:spcBef>
                <a:spcPts val="0"/>
              </a:spcBef>
              <a:spcAft>
                <a:spcPts val="0"/>
              </a:spcAft>
              <a:buNone/>
              <a:defRPr sz="1800"/>
            </a:lvl5pPr>
            <a:lvl6pPr lvl="5">
              <a:lnSpc>
                <a:spcPct val="115000"/>
              </a:lnSpc>
              <a:spcBef>
                <a:spcPts val="0"/>
              </a:spcBef>
              <a:spcAft>
                <a:spcPts val="0"/>
              </a:spcAft>
              <a:buNone/>
              <a:defRPr sz="1800"/>
            </a:lvl6pPr>
            <a:lvl7pPr lvl="6">
              <a:lnSpc>
                <a:spcPct val="115000"/>
              </a:lnSpc>
              <a:spcBef>
                <a:spcPts val="0"/>
              </a:spcBef>
              <a:spcAft>
                <a:spcPts val="0"/>
              </a:spcAft>
              <a:buNone/>
              <a:defRPr sz="1800"/>
            </a:lvl7pPr>
            <a:lvl8pPr lvl="7">
              <a:lnSpc>
                <a:spcPct val="115000"/>
              </a:lnSpc>
              <a:spcBef>
                <a:spcPts val="0"/>
              </a:spcBef>
              <a:spcAft>
                <a:spcPts val="0"/>
              </a:spcAft>
              <a:buNone/>
              <a:defRPr sz="1800"/>
            </a:lvl8pPr>
            <a:lvl9pPr lvl="8">
              <a:lnSpc>
                <a:spcPct val="115000"/>
              </a:lnSpc>
              <a:spcBef>
                <a:spcPts val="0"/>
              </a:spcBef>
              <a:spcAft>
                <a:spcPts val="0"/>
              </a:spcAft>
              <a:buNone/>
              <a:defRPr sz="1800"/>
            </a:lvl9pPr>
          </a:lstStyle>
          <a:p/>
        </p:txBody>
      </p:sp>
      <p:sp>
        <p:nvSpPr>
          <p:cNvPr id="183" name="Google Shape;183;p18"/>
          <p:cNvSpPr txBox="1"/>
          <p:nvPr>
            <p:ph idx="7" type="title"/>
          </p:nvPr>
        </p:nvSpPr>
        <p:spPr>
          <a:xfrm>
            <a:off x="6072048" y="2509698"/>
            <a:ext cx="1553400" cy="475800"/>
          </a:xfrm>
          <a:prstGeom prst="rect">
            <a:avLst/>
          </a:prstGeom>
        </p:spPr>
        <p:txBody>
          <a:bodyPr anchorCtr="0" anchor="t" bIns="0" lIns="182875" spcFirstLastPara="1" rIns="0" wrap="square" tIns="182875">
            <a:spAutoFit/>
          </a:bodyPr>
          <a:lstStyle>
            <a:lvl1pPr lvl="0">
              <a:lnSpc>
                <a:spcPct val="90000"/>
              </a:lnSpc>
              <a:spcBef>
                <a:spcPts val="0"/>
              </a:spcBef>
              <a:spcAft>
                <a:spcPts val="0"/>
              </a:spcAft>
              <a:buNone/>
              <a:defRPr sz="1200">
                <a:latin typeface="Outfit SemiBold"/>
                <a:ea typeface="Outfit SemiBold"/>
                <a:cs typeface="Outfit SemiBold"/>
                <a:sym typeface="Outfit SemiBold"/>
              </a:defRPr>
            </a:lvl1pPr>
            <a:lvl2pPr lvl="1">
              <a:lnSpc>
                <a:spcPct val="115000"/>
              </a:lnSpc>
              <a:spcBef>
                <a:spcPts val="0"/>
              </a:spcBef>
              <a:spcAft>
                <a:spcPts val="0"/>
              </a:spcAft>
              <a:buNone/>
              <a:defRPr sz="1800"/>
            </a:lvl2pPr>
            <a:lvl3pPr lvl="2">
              <a:lnSpc>
                <a:spcPct val="115000"/>
              </a:lnSpc>
              <a:spcBef>
                <a:spcPts val="0"/>
              </a:spcBef>
              <a:spcAft>
                <a:spcPts val="0"/>
              </a:spcAft>
              <a:buNone/>
              <a:defRPr sz="1800"/>
            </a:lvl3pPr>
            <a:lvl4pPr lvl="3">
              <a:lnSpc>
                <a:spcPct val="115000"/>
              </a:lnSpc>
              <a:spcBef>
                <a:spcPts val="0"/>
              </a:spcBef>
              <a:spcAft>
                <a:spcPts val="0"/>
              </a:spcAft>
              <a:buNone/>
              <a:defRPr sz="1800"/>
            </a:lvl4pPr>
            <a:lvl5pPr lvl="4">
              <a:lnSpc>
                <a:spcPct val="115000"/>
              </a:lnSpc>
              <a:spcBef>
                <a:spcPts val="0"/>
              </a:spcBef>
              <a:spcAft>
                <a:spcPts val="0"/>
              </a:spcAft>
              <a:buNone/>
              <a:defRPr sz="1800"/>
            </a:lvl5pPr>
            <a:lvl6pPr lvl="5">
              <a:lnSpc>
                <a:spcPct val="115000"/>
              </a:lnSpc>
              <a:spcBef>
                <a:spcPts val="0"/>
              </a:spcBef>
              <a:spcAft>
                <a:spcPts val="0"/>
              </a:spcAft>
              <a:buNone/>
              <a:defRPr sz="1800"/>
            </a:lvl6pPr>
            <a:lvl7pPr lvl="6">
              <a:lnSpc>
                <a:spcPct val="115000"/>
              </a:lnSpc>
              <a:spcBef>
                <a:spcPts val="0"/>
              </a:spcBef>
              <a:spcAft>
                <a:spcPts val="0"/>
              </a:spcAft>
              <a:buNone/>
              <a:defRPr sz="1800"/>
            </a:lvl7pPr>
            <a:lvl8pPr lvl="7">
              <a:lnSpc>
                <a:spcPct val="115000"/>
              </a:lnSpc>
              <a:spcBef>
                <a:spcPts val="0"/>
              </a:spcBef>
              <a:spcAft>
                <a:spcPts val="0"/>
              </a:spcAft>
              <a:buNone/>
              <a:defRPr sz="1800"/>
            </a:lvl8pPr>
            <a:lvl9pPr lvl="8">
              <a:lnSpc>
                <a:spcPct val="115000"/>
              </a:lnSpc>
              <a:spcBef>
                <a:spcPts val="0"/>
              </a:spcBef>
              <a:spcAft>
                <a:spcPts val="0"/>
              </a:spcAft>
              <a:buNone/>
              <a:defRPr sz="1800"/>
            </a:lvl9pPr>
          </a:lstStyle>
          <a:p/>
        </p:txBody>
      </p:sp>
      <p:sp>
        <p:nvSpPr>
          <p:cNvPr id="184" name="Google Shape;184;p18"/>
          <p:cNvSpPr txBox="1"/>
          <p:nvPr>
            <p:ph idx="8" type="title"/>
          </p:nvPr>
        </p:nvSpPr>
        <p:spPr>
          <a:xfrm>
            <a:off x="284775" y="282900"/>
            <a:ext cx="2787600" cy="11169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185" name="Google Shape;185;p18"/>
          <p:cNvSpPr txBox="1"/>
          <p:nvPr>
            <p:ph idx="9" type="body"/>
          </p:nvPr>
        </p:nvSpPr>
        <p:spPr>
          <a:xfrm>
            <a:off x="284775" y="3598975"/>
            <a:ext cx="2064000" cy="1036200"/>
          </a:xfrm>
          <a:prstGeom prst="rect">
            <a:avLst/>
          </a:prstGeom>
        </p:spPr>
        <p:txBody>
          <a:bodyPr anchorCtr="0" anchor="b" bIns="0" lIns="0" spcFirstLastPara="1" rIns="0" wrap="square" tIns="0">
            <a:noAutofit/>
          </a:bodyPr>
          <a:lstStyle>
            <a:lvl1pPr indent="-292100" lvl="0" marL="457200">
              <a:spcBef>
                <a:spcPts val="0"/>
              </a:spcBef>
              <a:spcAft>
                <a:spcPts val="0"/>
              </a:spcAft>
              <a:buSzPts val="1000"/>
              <a:buChar char="●"/>
              <a:defRPr b="1" sz="1000"/>
            </a:lvl1pPr>
            <a:lvl2pPr indent="-292100" lvl="1" marL="914400">
              <a:spcBef>
                <a:spcPts val="0"/>
              </a:spcBef>
              <a:spcAft>
                <a:spcPts val="0"/>
              </a:spcAft>
              <a:buSzPts val="1000"/>
              <a:buChar char="○"/>
              <a:defRPr b="1" sz="1000"/>
            </a:lvl2pPr>
            <a:lvl3pPr indent="-292100" lvl="2" marL="1371600">
              <a:spcBef>
                <a:spcPts val="0"/>
              </a:spcBef>
              <a:spcAft>
                <a:spcPts val="0"/>
              </a:spcAft>
              <a:buSzPts val="1000"/>
              <a:buChar char="■"/>
              <a:defRPr b="1" sz="1000"/>
            </a:lvl3pPr>
            <a:lvl4pPr indent="-292100" lvl="3" marL="1828800">
              <a:spcBef>
                <a:spcPts val="0"/>
              </a:spcBef>
              <a:spcAft>
                <a:spcPts val="0"/>
              </a:spcAft>
              <a:buSzPts val="1000"/>
              <a:buChar char="●"/>
              <a:defRPr b="1" sz="1000"/>
            </a:lvl4pPr>
            <a:lvl5pPr indent="-292100" lvl="4" marL="2286000">
              <a:spcBef>
                <a:spcPts val="0"/>
              </a:spcBef>
              <a:spcAft>
                <a:spcPts val="0"/>
              </a:spcAft>
              <a:buSzPts val="1000"/>
              <a:buChar char="○"/>
              <a:defRPr b="1" sz="1000"/>
            </a:lvl5pPr>
            <a:lvl6pPr indent="-292100" lvl="5" marL="2743200">
              <a:spcBef>
                <a:spcPts val="0"/>
              </a:spcBef>
              <a:spcAft>
                <a:spcPts val="0"/>
              </a:spcAft>
              <a:buSzPts val="1000"/>
              <a:buChar char="■"/>
              <a:defRPr b="1" sz="1000"/>
            </a:lvl6pPr>
            <a:lvl7pPr indent="-292100" lvl="6" marL="3200400">
              <a:spcBef>
                <a:spcPts val="0"/>
              </a:spcBef>
              <a:spcAft>
                <a:spcPts val="0"/>
              </a:spcAft>
              <a:buSzPts val="1000"/>
              <a:buChar char="●"/>
              <a:defRPr b="1" sz="1000"/>
            </a:lvl7pPr>
            <a:lvl8pPr indent="-292100" lvl="7" marL="3657600">
              <a:spcBef>
                <a:spcPts val="0"/>
              </a:spcBef>
              <a:spcAft>
                <a:spcPts val="0"/>
              </a:spcAft>
              <a:buSzPts val="1000"/>
              <a:buChar char="○"/>
              <a:defRPr b="1" sz="1000"/>
            </a:lvl8pPr>
            <a:lvl9pPr indent="-292100" lvl="8" marL="4114800">
              <a:spcBef>
                <a:spcPts val="0"/>
              </a:spcBef>
              <a:spcAft>
                <a:spcPts val="0"/>
              </a:spcAft>
              <a:buSzPts val="1000"/>
              <a:buChar char="■"/>
              <a:defRPr b="1" sz="1000"/>
            </a:lvl9pPr>
          </a:lstStyle>
          <a:p/>
        </p:txBody>
      </p:sp>
      <p:sp>
        <p:nvSpPr>
          <p:cNvPr id="186" name="Google Shape;186;p18"/>
          <p:cNvSpPr txBox="1"/>
          <p:nvPr>
            <p:ph idx="13" type="subTitle"/>
          </p:nvPr>
        </p:nvSpPr>
        <p:spPr>
          <a:xfrm>
            <a:off x="1731400" y="4750800"/>
            <a:ext cx="1340700" cy="1032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600"/>
            </a:lvl1pPr>
            <a:lvl2pPr lvl="1">
              <a:spcBef>
                <a:spcPts val="0"/>
              </a:spcBef>
              <a:spcAft>
                <a:spcPts val="0"/>
              </a:spcAft>
              <a:buClr>
                <a:schemeClr val="lt1"/>
              </a:buClr>
              <a:buSzPts val="600"/>
              <a:buNone/>
              <a:defRPr sz="600"/>
            </a:lvl2pPr>
            <a:lvl3pPr lvl="2">
              <a:spcBef>
                <a:spcPts val="0"/>
              </a:spcBef>
              <a:spcAft>
                <a:spcPts val="0"/>
              </a:spcAft>
              <a:buClr>
                <a:schemeClr val="lt1"/>
              </a:buClr>
              <a:buSzPts val="600"/>
              <a:buNone/>
              <a:defRPr sz="600"/>
            </a:lvl3pPr>
            <a:lvl4pPr lvl="3">
              <a:spcBef>
                <a:spcPts val="0"/>
              </a:spcBef>
              <a:spcAft>
                <a:spcPts val="0"/>
              </a:spcAft>
              <a:buClr>
                <a:schemeClr val="lt1"/>
              </a:buClr>
              <a:buSzPts val="600"/>
              <a:buNone/>
              <a:defRPr sz="600"/>
            </a:lvl4pPr>
            <a:lvl5pPr lvl="4">
              <a:spcBef>
                <a:spcPts val="0"/>
              </a:spcBef>
              <a:spcAft>
                <a:spcPts val="0"/>
              </a:spcAft>
              <a:buClr>
                <a:schemeClr val="lt1"/>
              </a:buClr>
              <a:buSzPts val="600"/>
              <a:buNone/>
              <a:defRPr sz="600"/>
            </a:lvl5pPr>
            <a:lvl6pPr lvl="5">
              <a:spcBef>
                <a:spcPts val="0"/>
              </a:spcBef>
              <a:spcAft>
                <a:spcPts val="0"/>
              </a:spcAft>
              <a:buClr>
                <a:schemeClr val="lt1"/>
              </a:buClr>
              <a:buSzPts val="600"/>
              <a:buNone/>
              <a:defRPr sz="600"/>
            </a:lvl6pPr>
            <a:lvl7pPr lvl="6">
              <a:spcBef>
                <a:spcPts val="0"/>
              </a:spcBef>
              <a:spcAft>
                <a:spcPts val="0"/>
              </a:spcAft>
              <a:buClr>
                <a:schemeClr val="lt1"/>
              </a:buClr>
              <a:buSzPts val="600"/>
              <a:buNone/>
              <a:defRPr sz="600"/>
            </a:lvl7pPr>
            <a:lvl8pPr lvl="7">
              <a:spcBef>
                <a:spcPts val="0"/>
              </a:spcBef>
              <a:spcAft>
                <a:spcPts val="0"/>
              </a:spcAft>
              <a:buClr>
                <a:schemeClr val="lt1"/>
              </a:buClr>
              <a:buSzPts val="600"/>
              <a:buNone/>
              <a:defRPr sz="600"/>
            </a:lvl8pPr>
            <a:lvl9pPr lvl="8">
              <a:spcBef>
                <a:spcPts val="0"/>
              </a:spcBef>
              <a:spcAft>
                <a:spcPts val="0"/>
              </a:spcAft>
              <a:buClr>
                <a:schemeClr val="lt1"/>
              </a:buClr>
              <a:buSzPts val="600"/>
              <a:buNone/>
              <a:defRPr sz="600"/>
            </a:lvl9pPr>
          </a:lstStyle>
          <a:p/>
        </p:txBody>
      </p:sp>
      <p:sp>
        <p:nvSpPr>
          <p:cNvPr id="187" name="Google Shape;187;p18"/>
          <p:cNvSpPr txBox="1"/>
          <p:nvPr>
            <p:ph idx="14" type="subTitle"/>
          </p:nvPr>
        </p:nvSpPr>
        <p:spPr>
          <a:xfrm>
            <a:off x="7518500" y="4750800"/>
            <a:ext cx="1340700" cy="103200"/>
          </a:xfrm>
          <a:prstGeom prst="rect">
            <a:avLst/>
          </a:prstGeom>
        </p:spPr>
        <p:txBody>
          <a:bodyPr anchorCtr="0" anchor="t" bIns="0" lIns="0" spcFirstLastPara="1" rIns="0" wrap="square" tIns="0">
            <a:noAutofit/>
          </a:bodyPr>
          <a:lstStyle>
            <a:lvl1pPr lvl="0" algn="r">
              <a:lnSpc>
                <a:spcPct val="115000"/>
              </a:lnSpc>
              <a:spcBef>
                <a:spcPts val="0"/>
              </a:spcBef>
              <a:spcAft>
                <a:spcPts val="0"/>
              </a:spcAft>
              <a:buNone/>
              <a:defRPr sz="600"/>
            </a:lvl1pPr>
            <a:lvl2pPr lvl="1" algn="r">
              <a:spcBef>
                <a:spcPts val="0"/>
              </a:spcBef>
              <a:spcAft>
                <a:spcPts val="0"/>
              </a:spcAft>
              <a:buClr>
                <a:schemeClr val="lt1"/>
              </a:buClr>
              <a:buSzPts val="600"/>
              <a:buNone/>
              <a:defRPr sz="600"/>
            </a:lvl2pPr>
            <a:lvl3pPr lvl="2" algn="r">
              <a:spcBef>
                <a:spcPts val="0"/>
              </a:spcBef>
              <a:spcAft>
                <a:spcPts val="0"/>
              </a:spcAft>
              <a:buClr>
                <a:schemeClr val="lt1"/>
              </a:buClr>
              <a:buSzPts val="600"/>
              <a:buNone/>
              <a:defRPr sz="600"/>
            </a:lvl3pPr>
            <a:lvl4pPr lvl="3" algn="r">
              <a:spcBef>
                <a:spcPts val="0"/>
              </a:spcBef>
              <a:spcAft>
                <a:spcPts val="0"/>
              </a:spcAft>
              <a:buClr>
                <a:schemeClr val="lt1"/>
              </a:buClr>
              <a:buSzPts val="600"/>
              <a:buNone/>
              <a:defRPr sz="600"/>
            </a:lvl4pPr>
            <a:lvl5pPr lvl="4" algn="r">
              <a:spcBef>
                <a:spcPts val="0"/>
              </a:spcBef>
              <a:spcAft>
                <a:spcPts val="0"/>
              </a:spcAft>
              <a:buClr>
                <a:schemeClr val="lt1"/>
              </a:buClr>
              <a:buSzPts val="600"/>
              <a:buNone/>
              <a:defRPr sz="600"/>
            </a:lvl5pPr>
            <a:lvl6pPr lvl="5" algn="r">
              <a:spcBef>
                <a:spcPts val="0"/>
              </a:spcBef>
              <a:spcAft>
                <a:spcPts val="0"/>
              </a:spcAft>
              <a:buClr>
                <a:schemeClr val="lt1"/>
              </a:buClr>
              <a:buSzPts val="600"/>
              <a:buNone/>
              <a:defRPr sz="600"/>
            </a:lvl6pPr>
            <a:lvl7pPr lvl="6" algn="r">
              <a:spcBef>
                <a:spcPts val="0"/>
              </a:spcBef>
              <a:spcAft>
                <a:spcPts val="0"/>
              </a:spcAft>
              <a:buClr>
                <a:schemeClr val="lt1"/>
              </a:buClr>
              <a:buSzPts val="600"/>
              <a:buNone/>
              <a:defRPr sz="600"/>
            </a:lvl7pPr>
            <a:lvl8pPr lvl="7" algn="r">
              <a:spcBef>
                <a:spcPts val="0"/>
              </a:spcBef>
              <a:spcAft>
                <a:spcPts val="0"/>
              </a:spcAft>
              <a:buClr>
                <a:schemeClr val="lt1"/>
              </a:buClr>
              <a:buSzPts val="600"/>
              <a:buNone/>
              <a:defRPr sz="600"/>
            </a:lvl8pPr>
            <a:lvl9pPr lvl="8" algn="r">
              <a:spcBef>
                <a:spcPts val="0"/>
              </a:spcBef>
              <a:spcAft>
                <a:spcPts val="0"/>
              </a:spcAft>
              <a:buClr>
                <a:schemeClr val="lt1"/>
              </a:buClr>
              <a:buSzPts val="600"/>
              <a:buNone/>
              <a:defRPr sz="600"/>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5">
  <p:cSld name="CUSTOM_6">
    <p:spTree>
      <p:nvGrpSpPr>
        <p:cNvPr id="188" name="Shape 188"/>
        <p:cNvGrpSpPr/>
        <p:nvPr/>
      </p:nvGrpSpPr>
      <p:grpSpPr>
        <a:xfrm>
          <a:off x="0" y="0"/>
          <a:ext cx="0" cy="0"/>
          <a:chOff x="0" y="0"/>
          <a:chExt cx="0" cy="0"/>
        </a:xfrm>
      </p:grpSpPr>
      <p:sp>
        <p:nvSpPr>
          <p:cNvPr id="189" name="Google Shape;189;p19"/>
          <p:cNvSpPr txBox="1"/>
          <p:nvPr>
            <p:ph type="title"/>
          </p:nvPr>
        </p:nvSpPr>
        <p:spPr>
          <a:xfrm>
            <a:off x="7054825" y="1868626"/>
            <a:ext cx="1808700" cy="337800"/>
          </a:xfrm>
          <a:prstGeom prst="rect">
            <a:avLst/>
          </a:prstGeom>
        </p:spPr>
        <p:txBody>
          <a:bodyPr anchorCtr="0" anchor="t" bIns="0" lIns="182875" spcFirstLastPara="1" rIns="91425" wrap="square" tIns="91425">
            <a:spAutoFit/>
          </a:bodyPr>
          <a:lstStyle>
            <a:lvl1pPr lvl="0">
              <a:lnSpc>
                <a:spcPct val="90000"/>
              </a:lnSpc>
              <a:spcBef>
                <a:spcPts val="0"/>
              </a:spcBef>
              <a:spcAft>
                <a:spcPts val="0"/>
              </a:spcAft>
              <a:buNone/>
              <a:defRPr b="1" sz="1000">
                <a:latin typeface="Instrument Sans"/>
                <a:ea typeface="Instrument Sans"/>
                <a:cs typeface="Instrument Sans"/>
                <a:sym typeface="Instrument Sans"/>
              </a:defRPr>
            </a:lvl1pPr>
            <a:lvl2pPr lvl="1">
              <a:lnSpc>
                <a:spcPct val="115000"/>
              </a:lnSpc>
              <a:spcBef>
                <a:spcPts val="0"/>
              </a:spcBef>
              <a:spcAft>
                <a:spcPts val="0"/>
              </a:spcAft>
              <a:buNone/>
              <a:defRPr b="1" sz="1000">
                <a:latin typeface="Instrument Sans"/>
                <a:ea typeface="Instrument Sans"/>
                <a:cs typeface="Instrument Sans"/>
                <a:sym typeface="Instrument Sans"/>
              </a:defRPr>
            </a:lvl2pPr>
            <a:lvl3pPr lvl="2">
              <a:lnSpc>
                <a:spcPct val="115000"/>
              </a:lnSpc>
              <a:spcBef>
                <a:spcPts val="0"/>
              </a:spcBef>
              <a:spcAft>
                <a:spcPts val="0"/>
              </a:spcAft>
              <a:buNone/>
              <a:defRPr b="1" sz="1000">
                <a:latin typeface="Instrument Sans"/>
                <a:ea typeface="Instrument Sans"/>
                <a:cs typeface="Instrument Sans"/>
                <a:sym typeface="Instrument Sans"/>
              </a:defRPr>
            </a:lvl3pPr>
            <a:lvl4pPr lvl="3">
              <a:lnSpc>
                <a:spcPct val="115000"/>
              </a:lnSpc>
              <a:spcBef>
                <a:spcPts val="0"/>
              </a:spcBef>
              <a:spcAft>
                <a:spcPts val="0"/>
              </a:spcAft>
              <a:buNone/>
              <a:defRPr b="1" sz="1000">
                <a:latin typeface="Instrument Sans"/>
                <a:ea typeface="Instrument Sans"/>
                <a:cs typeface="Instrument Sans"/>
                <a:sym typeface="Instrument Sans"/>
              </a:defRPr>
            </a:lvl4pPr>
            <a:lvl5pPr lvl="4">
              <a:lnSpc>
                <a:spcPct val="115000"/>
              </a:lnSpc>
              <a:spcBef>
                <a:spcPts val="0"/>
              </a:spcBef>
              <a:spcAft>
                <a:spcPts val="0"/>
              </a:spcAft>
              <a:buNone/>
              <a:defRPr b="1" sz="1000">
                <a:latin typeface="Instrument Sans"/>
                <a:ea typeface="Instrument Sans"/>
                <a:cs typeface="Instrument Sans"/>
                <a:sym typeface="Instrument Sans"/>
              </a:defRPr>
            </a:lvl5pPr>
            <a:lvl6pPr lvl="5">
              <a:lnSpc>
                <a:spcPct val="115000"/>
              </a:lnSpc>
              <a:spcBef>
                <a:spcPts val="0"/>
              </a:spcBef>
              <a:spcAft>
                <a:spcPts val="0"/>
              </a:spcAft>
              <a:buNone/>
              <a:defRPr b="1" sz="1000">
                <a:latin typeface="Instrument Sans"/>
                <a:ea typeface="Instrument Sans"/>
                <a:cs typeface="Instrument Sans"/>
                <a:sym typeface="Instrument Sans"/>
              </a:defRPr>
            </a:lvl6pPr>
            <a:lvl7pPr lvl="6">
              <a:lnSpc>
                <a:spcPct val="115000"/>
              </a:lnSpc>
              <a:spcBef>
                <a:spcPts val="0"/>
              </a:spcBef>
              <a:spcAft>
                <a:spcPts val="0"/>
              </a:spcAft>
              <a:buNone/>
              <a:defRPr b="1" sz="1000">
                <a:latin typeface="Instrument Sans"/>
                <a:ea typeface="Instrument Sans"/>
                <a:cs typeface="Instrument Sans"/>
                <a:sym typeface="Instrument Sans"/>
              </a:defRPr>
            </a:lvl7pPr>
            <a:lvl8pPr lvl="7">
              <a:lnSpc>
                <a:spcPct val="115000"/>
              </a:lnSpc>
              <a:spcBef>
                <a:spcPts val="0"/>
              </a:spcBef>
              <a:spcAft>
                <a:spcPts val="0"/>
              </a:spcAft>
              <a:buNone/>
              <a:defRPr b="1" sz="1000">
                <a:latin typeface="Instrument Sans"/>
                <a:ea typeface="Instrument Sans"/>
                <a:cs typeface="Instrument Sans"/>
                <a:sym typeface="Instrument Sans"/>
              </a:defRPr>
            </a:lvl8pPr>
            <a:lvl9pPr lvl="8">
              <a:lnSpc>
                <a:spcPct val="115000"/>
              </a:lnSpc>
              <a:spcBef>
                <a:spcPts val="0"/>
              </a:spcBef>
              <a:spcAft>
                <a:spcPts val="0"/>
              </a:spcAft>
              <a:buNone/>
              <a:defRPr b="1" sz="1000">
                <a:latin typeface="Instrument Sans"/>
                <a:ea typeface="Instrument Sans"/>
                <a:cs typeface="Instrument Sans"/>
                <a:sym typeface="Instrument Sans"/>
              </a:defRPr>
            </a:lvl9pPr>
          </a:lstStyle>
          <a:p/>
        </p:txBody>
      </p:sp>
      <p:sp>
        <p:nvSpPr>
          <p:cNvPr id="190" name="Google Shape;190;p19"/>
          <p:cNvSpPr txBox="1"/>
          <p:nvPr>
            <p:ph idx="2" type="title"/>
          </p:nvPr>
        </p:nvSpPr>
        <p:spPr>
          <a:xfrm>
            <a:off x="5249650" y="1868626"/>
            <a:ext cx="1808700" cy="337800"/>
          </a:xfrm>
          <a:prstGeom prst="rect">
            <a:avLst/>
          </a:prstGeom>
        </p:spPr>
        <p:txBody>
          <a:bodyPr anchorCtr="0" anchor="t" bIns="0" lIns="182875" spcFirstLastPara="1" rIns="91425" wrap="square" tIns="91425">
            <a:spAutoFit/>
          </a:bodyPr>
          <a:lstStyle>
            <a:lvl1pPr lvl="0">
              <a:lnSpc>
                <a:spcPct val="90000"/>
              </a:lnSpc>
              <a:spcBef>
                <a:spcPts val="0"/>
              </a:spcBef>
              <a:spcAft>
                <a:spcPts val="0"/>
              </a:spcAft>
              <a:buNone/>
              <a:defRPr b="1" sz="1000">
                <a:latin typeface="Instrument Sans"/>
                <a:ea typeface="Instrument Sans"/>
                <a:cs typeface="Instrument Sans"/>
                <a:sym typeface="Instrument Sans"/>
              </a:defRPr>
            </a:lvl1pPr>
            <a:lvl2pPr lvl="1">
              <a:lnSpc>
                <a:spcPct val="115000"/>
              </a:lnSpc>
              <a:spcBef>
                <a:spcPts val="0"/>
              </a:spcBef>
              <a:spcAft>
                <a:spcPts val="0"/>
              </a:spcAft>
              <a:buNone/>
              <a:defRPr b="1" sz="1000">
                <a:latin typeface="Instrument Sans"/>
                <a:ea typeface="Instrument Sans"/>
                <a:cs typeface="Instrument Sans"/>
                <a:sym typeface="Instrument Sans"/>
              </a:defRPr>
            </a:lvl2pPr>
            <a:lvl3pPr lvl="2">
              <a:lnSpc>
                <a:spcPct val="115000"/>
              </a:lnSpc>
              <a:spcBef>
                <a:spcPts val="0"/>
              </a:spcBef>
              <a:spcAft>
                <a:spcPts val="0"/>
              </a:spcAft>
              <a:buNone/>
              <a:defRPr b="1" sz="1000">
                <a:latin typeface="Instrument Sans"/>
                <a:ea typeface="Instrument Sans"/>
                <a:cs typeface="Instrument Sans"/>
                <a:sym typeface="Instrument Sans"/>
              </a:defRPr>
            </a:lvl3pPr>
            <a:lvl4pPr lvl="3">
              <a:lnSpc>
                <a:spcPct val="115000"/>
              </a:lnSpc>
              <a:spcBef>
                <a:spcPts val="0"/>
              </a:spcBef>
              <a:spcAft>
                <a:spcPts val="0"/>
              </a:spcAft>
              <a:buNone/>
              <a:defRPr b="1" sz="1000">
                <a:latin typeface="Instrument Sans"/>
                <a:ea typeface="Instrument Sans"/>
                <a:cs typeface="Instrument Sans"/>
                <a:sym typeface="Instrument Sans"/>
              </a:defRPr>
            </a:lvl4pPr>
            <a:lvl5pPr lvl="4">
              <a:lnSpc>
                <a:spcPct val="115000"/>
              </a:lnSpc>
              <a:spcBef>
                <a:spcPts val="0"/>
              </a:spcBef>
              <a:spcAft>
                <a:spcPts val="0"/>
              </a:spcAft>
              <a:buNone/>
              <a:defRPr b="1" sz="1000">
                <a:latin typeface="Instrument Sans"/>
                <a:ea typeface="Instrument Sans"/>
                <a:cs typeface="Instrument Sans"/>
                <a:sym typeface="Instrument Sans"/>
              </a:defRPr>
            </a:lvl5pPr>
            <a:lvl6pPr lvl="5">
              <a:lnSpc>
                <a:spcPct val="115000"/>
              </a:lnSpc>
              <a:spcBef>
                <a:spcPts val="0"/>
              </a:spcBef>
              <a:spcAft>
                <a:spcPts val="0"/>
              </a:spcAft>
              <a:buNone/>
              <a:defRPr b="1" sz="1000">
                <a:latin typeface="Instrument Sans"/>
                <a:ea typeface="Instrument Sans"/>
                <a:cs typeface="Instrument Sans"/>
                <a:sym typeface="Instrument Sans"/>
              </a:defRPr>
            </a:lvl6pPr>
            <a:lvl7pPr lvl="6">
              <a:lnSpc>
                <a:spcPct val="115000"/>
              </a:lnSpc>
              <a:spcBef>
                <a:spcPts val="0"/>
              </a:spcBef>
              <a:spcAft>
                <a:spcPts val="0"/>
              </a:spcAft>
              <a:buNone/>
              <a:defRPr b="1" sz="1000">
                <a:latin typeface="Instrument Sans"/>
                <a:ea typeface="Instrument Sans"/>
                <a:cs typeface="Instrument Sans"/>
                <a:sym typeface="Instrument Sans"/>
              </a:defRPr>
            </a:lvl7pPr>
            <a:lvl8pPr lvl="7">
              <a:lnSpc>
                <a:spcPct val="115000"/>
              </a:lnSpc>
              <a:spcBef>
                <a:spcPts val="0"/>
              </a:spcBef>
              <a:spcAft>
                <a:spcPts val="0"/>
              </a:spcAft>
              <a:buNone/>
              <a:defRPr b="1" sz="1000">
                <a:latin typeface="Instrument Sans"/>
                <a:ea typeface="Instrument Sans"/>
                <a:cs typeface="Instrument Sans"/>
                <a:sym typeface="Instrument Sans"/>
              </a:defRPr>
            </a:lvl8pPr>
            <a:lvl9pPr lvl="8">
              <a:lnSpc>
                <a:spcPct val="115000"/>
              </a:lnSpc>
              <a:spcBef>
                <a:spcPts val="0"/>
              </a:spcBef>
              <a:spcAft>
                <a:spcPts val="0"/>
              </a:spcAft>
              <a:buNone/>
              <a:defRPr b="1" sz="1000">
                <a:latin typeface="Instrument Sans"/>
                <a:ea typeface="Instrument Sans"/>
                <a:cs typeface="Instrument Sans"/>
                <a:sym typeface="Instrument Sans"/>
              </a:defRPr>
            </a:lvl9pPr>
          </a:lstStyle>
          <a:p/>
        </p:txBody>
      </p:sp>
      <p:sp>
        <p:nvSpPr>
          <p:cNvPr id="191" name="Google Shape;191;p19"/>
          <p:cNvSpPr txBox="1"/>
          <p:nvPr>
            <p:ph idx="3" type="title"/>
          </p:nvPr>
        </p:nvSpPr>
        <p:spPr>
          <a:xfrm>
            <a:off x="3444475" y="1868626"/>
            <a:ext cx="1808700" cy="337800"/>
          </a:xfrm>
          <a:prstGeom prst="rect">
            <a:avLst/>
          </a:prstGeom>
        </p:spPr>
        <p:txBody>
          <a:bodyPr anchorCtr="0" anchor="t" bIns="0" lIns="182875" spcFirstLastPara="1" rIns="91425" wrap="square" tIns="91425">
            <a:spAutoFit/>
          </a:bodyPr>
          <a:lstStyle>
            <a:lvl1pPr lvl="0">
              <a:lnSpc>
                <a:spcPct val="90000"/>
              </a:lnSpc>
              <a:spcBef>
                <a:spcPts val="0"/>
              </a:spcBef>
              <a:spcAft>
                <a:spcPts val="0"/>
              </a:spcAft>
              <a:buNone/>
              <a:defRPr b="1" sz="1000">
                <a:latin typeface="Instrument Sans"/>
                <a:ea typeface="Instrument Sans"/>
                <a:cs typeface="Instrument Sans"/>
                <a:sym typeface="Instrument Sans"/>
              </a:defRPr>
            </a:lvl1pPr>
            <a:lvl2pPr lvl="1">
              <a:lnSpc>
                <a:spcPct val="115000"/>
              </a:lnSpc>
              <a:spcBef>
                <a:spcPts val="0"/>
              </a:spcBef>
              <a:spcAft>
                <a:spcPts val="0"/>
              </a:spcAft>
              <a:buNone/>
              <a:defRPr b="1" sz="1000">
                <a:latin typeface="Instrument Sans"/>
                <a:ea typeface="Instrument Sans"/>
                <a:cs typeface="Instrument Sans"/>
                <a:sym typeface="Instrument Sans"/>
              </a:defRPr>
            </a:lvl2pPr>
            <a:lvl3pPr lvl="2">
              <a:lnSpc>
                <a:spcPct val="115000"/>
              </a:lnSpc>
              <a:spcBef>
                <a:spcPts val="0"/>
              </a:spcBef>
              <a:spcAft>
                <a:spcPts val="0"/>
              </a:spcAft>
              <a:buNone/>
              <a:defRPr b="1" sz="1000">
                <a:latin typeface="Instrument Sans"/>
                <a:ea typeface="Instrument Sans"/>
                <a:cs typeface="Instrument Sans"/>
                <a:sym typeface="Instrument Sans"/>
              </a:defRPr>
            </a:lvl3pPr>
            <a:lvl4pPr lvl="3">
              <a:lnSpc>
                <a:spcPct val="115000"/>
              </a:lnSpc>
              <a:spcBef>
                <a:spcPts val="0"/>
              </a:spcBef>
              <a:spcAft>
                <a:spcPts val="0"/>
              </a:spcAft>
              <a:buNone/>
              <a:defRPr b="1" sz="1000">
                <a:latin typeface="Instrument Sans"/>
                <a:ea typeface="Instrument Sans"/>
                <a:cs typeface="Instrument Sans"/>
                <a:sym typeface="Instrument Sans"/>
              </a:defRPr>
            </a:lvl4pPr>
            <a:lvl5pPr lvl="4">
              <a:lnSpc>
                <a:spcPct val="115000"/>
              </a:lnSpc>
              <a:spcBef>
                <a:spcPts val="0"/>
              </a:spcBef>
              <a:spcAft>
                <a:spcPts val="0"/>
              </a:spcAft>
              <a:buNone/>
              <a:defRPr b="1" sz="1000">
                <a:latin typeface="Instrument Sans"/>
                <a:ea typeface="Instrument Sans"/>
                <a:cs typeface="Instrument Sans"/>
                <a:sym typeface="Instrument Sans"/>
              </a:defRPr>
            </a:lvl5pPr>
            <a:lvl6pPr lvl="5">
              <a:lnSpc>
                <a:spcPct val="115000"/>
              </a:lnSpc>
              <a:spcBef>
                <a:spcPts val="0"/>
              </a:spcBef>
              <a:spcAft>
                <a:spcPts val="0"/>
              </a:spcAft>
              <a:buNone/>
              <a:defRPr b="1" sz="1000">
                <a:latin typeface="Instrument Sans"/>
                <a:ea typeface="Instrument Sans"/>
                <a:cs typeface="Instrument Sans"/>
                <a:sym typeface="Instrument Sans"/>
              </a:defRPr>
            </a:lvl6pPr>
            <a:lvl7pPr lvl="6">
              <a:lnSpc>
                <a:spcPct val="115000"/>
              </a:lnSpc>
              <a:spcBef>
                <a:spcPts val="0"/>
              </a:spcBef>
              <a:spcAft>
                <a:spcPts val="0"/>
              </a:spcAft>
              <a:buNone/>
              <a:defRPr b="1" sz="1000">
                <a:latin typeface="Instrument Sans"/>
                <a:ea typeface="Instrument Sans"/>
                <a:cs typeface="Instrument Sans"/>
                <a:sym typeface="Instrument Sans"/>
              </a:defRPr>
            </a:lvl7pPr>
            <a:lvl8pPr lvl="7">
              <a:lnSpc>
                <a:spcPct val="115000"/>
              </a:lnSpc>
              <a:spcBef>
                <a:spcPts val="0"/>
              </a:spcBef>
              <a:spcAft>
                <a:spcPts val="0"/>
              </a:spcAft>
              <a:buNone/>
              <a:defRPr b="1" sz="1000">
                <a:latin typeface="Instrument Sans"/>
                <a:ea typeface="Instrument Sans"/>
                <a:cs typeface="Instrument Sans"/>
                <a:sym typeface="Instrument Sans"/>
              </a:defRPr>
            </a:lvl8pPr>
            <a:lvl9pPr lvl="8">
              <a:lnSpc>
                <a:spcPct val="115000"/>
              </a:lnSpc>
              <a:spcBef>
                <a:spcPts val="0"/>
              </a:spcBef>
              <a:spcAft>
                <a:spcPts val="0"/>
              </a:spcAft>
              <a:buNone/>
              <a:defRPr b="1" sz="1000">
                <a:latin typeface="Instrument Sans"/>
                <a:ea typeface="Instrument Sans"/>
                <a:cs typeface="Instrument Sans"/>
                <a:sym typeface="Instrument Sans"/>
              </a:defRPr>
            </a:lvl9pPr>
          </a:lstStyle>
          <a:p/>
        </p:txBody>
      </p:sp>
      <p:sp>
        <p:nvSpPr>
          <p:cNvPr id="192" name="Google Shape;192;p19"/>
          <p:cNvSpPr txBox="1"/>
          <p:nvPr>
            <p:ph idx="4" type="title"/>
          </p:nvPr>
        </p:nvSpPr>
        <p:spPr>
          <a:xfrm>
            <a:off x="1624900" y="1868626"/>
            <a:ext cx="1808700" cy="337800"/>
          </a:xfrm>
          <a:prstGeom prst="rect">
            <a:avLst/>
          </a:prstGeom>
        </p:spPr>
        <p:txBody>
          <a:bodyPr anchorCtr="0" anchor="t" bIns="0" lIns="182875" spcFirstLastPara="1" rIns="91425" wrap="square" tIns="91425">
            <a:spAutoFit/>
          </a:bodyPr>
          <a:lstStyle>
            <a:lvl1pPr lvl="0">
              <a:lnSpc>
                <a:spcPct val="90000"/>
              </a:lnSpc>
              <a:spcBef>
                <a:spcPts val="0"/>
              </a:spcBef>
              <a:spcAft>
                <a:spcPts val="0"/>
              </a:spcAft>
              <a:buNone/>
              <a:defRPr b="1" sz="1000">
                <a:solidFill>
                  <a:schemeClr val="lt2"/>
                </a:solidFill>
                <a:latin typeface="Instrument Sans"/>
                <a:ea typeface="Instrument Sans"/>
                <a:cs typeface="Instrument Sans"/>
                <a:sym typeface="Instrument Sans"/>
              </a:defRPr>
            </a:lvl1pPr>
            <a:lvl2pPr lvl="1">
              <a:lnSpc>
                <a:spcPct val="115000"/>
              </a:lnSpc>
              <a:spcBef>
                <a:spcPts val="0"/>
              </a:spcBef>
              <a:spcAft>
                <a:spcPts val="0"/>
              </a:spcAft>
              <a:buNone/>
              <a:defRPr b="1" sz="1000">
                <a:solidFill>
                  <a:schemeClr val="lt2"/>
                </a:solidFill>
                <a:latin typeface="Instrument Sans"/>
                <a:ea typeface="Instrument Sans"/>
                <a:cs typeface="Instrument Sans"/>
                <a:sym typeface="Instrument Sans"/>
              </a:defRPr>
            </a:lvl2pPr>
            <a:lvl3pPr lvl="2">
              <a:lnSpc>
                <a:spcPct val="115000"/>
              </a:lnSpc>
              <a:spcBef>
                <a:spcPts val="0"/>
              </a:spcBef>
              <a:spcAft>
                <a:spcPts val="0"/>
              </a:spcAft>
              <a:buNone/>
              <a:defRPr b="1" sz="1000">
                <a:solidFill>
                  <a:schemeClr val="lt2"/>
                </a:solidFill>
                <a:latin typeface="Instrument Sans"/>
                <a:ea typeface="Instrument Sans"/>
                <a:cs typeface="Instrument Sans"/>
                <a:sym typeface="Instrument Sans"/>
              </a:defRPr>
            </a:lvl3pPr>
            <a:lvl4pPr lvl="3">
              <a:lnSpc>
                <a:spcPct val="115000"/>
              </a:lnSpc>
              <a:spcBef>
                <a:spcPts val="0"/>
              </a:spcBef>
              <a:spcAft>
                <a:spcPts val="0"/>
              </a:spcAft>
              <a:buNone/>
              <a:defRPr b="1" sz="1000">
                <a:solidFill>
                  <a:schemeClr val="lt2"/>
                </a:solidFill>
                <a:latin typeface="Instrument Sans"/>
                <a:ea typeface="Instrument Sans"/>
                <a:cs typeface="Instrument Sans"/>
                <a:sym typeface="Instrument Sans"/>
              </a:defRPr>
            </a:lvl4pPr>
            <a:lvl5pPr lvl="4">
              <a:lnSpc>
                <a:spcPct val="115000"/>
              </a:lnSpc>
              <a:spcBef>
                <a:spcPts val="0"/>
              </a:spcBef>
              <a:spcAft>
                <a:spcPts val="0"/>
              </a:spcAft>
              <a:buNone/>
              <a:defRPr b="1" sz="1000">
                <a:solidFill>
                  <a:schemeClr val="lt2"/>
                </a:solidFill>
                <a:latin typeface="Instrument Sans"/>
                <a:ea typeface="Instrument Sans"/>
                <a:cs typeface="Instrument Sans"/>
                <a:sym typeface="Instrument Sans"/>
              </a:defRPr>
            </a:lvl5pPr>
            <a:lvl6pPr lvl="5">
              <a:lnSpc>
                <a:spcPct val="115000"/>
              </a:lnSpc>
              <a:spcBef>
                <a:spcPts val="0"/>
              </a:spcBef>
              <a:spcAft>
                <a:spcPts val="0"/>
              </a:spcAft>
              <a:buNone/>
              <a:defRPr b="1" sz="1000">
                <a:solidFill>
                  <a:schemeClr val="lt2"/>
                </a:solidFill>
                <a:latin typeface="Instrument Sans"/>
                <a:ea typeface="Instrument Sans"/>
                <a:cs typeface="Instrument Sans"/>
                <a:sym typeface="Instrument Sans"/>
              </a:defRPr>
            </a:lvl6pPr>
            <a:lvl7pPr lvl="6">
              <a:lnSpc>
                <a:spcPct val="115000"/>
              </a:lnSpc>
              <a:spcBef>
                <a:spcPts val="0"/>
              </a:spcBef>
              <a:spcAft>
                <a:spcPts val="0"/>
              </a:spcAft>
              <a:buNone/>
              <a:defRPr b="1" sz="1000">
                <a:solidFill>
                  <a:schemeClr val="lt2"/>
                </a:solidFill>
                <a:latin typeface="Instrument Sans"/>
                <a:ea typeface="Instrument Sans"/>
                <a:cs typeface="Instrument Sans"/>
                <a:sym typeface="Instrument Sans"/>
              </a:defRPr>
            </a:lvl7pPr>
            <a:lvl8pPr lvl="7">
              <a:lnSpc>
                <a:spcPct val="115000"/>
              </a:lnSpc>
              <a:spcBef>
                <a:spcPts val="0"/>
              </a:spcBef>
              <a:spcAft>
                <a:spcPts val="0"/>
              </a:spcAft>
              <a:buNone/>
              <a:defRPr b="1" sz="1000">
                <a:solidFill>
                  <a:schemeClr val="lt2"/>
                </a:solidFill>
                <a:latin typeface="Instrument Sans"/>
                <a:ea typeface="Instrument Sans"/>
                <a:cs typeface="Instrument Sans"/>
                <a:sym typeface="Instrument Sans"/>
              </a:defRPr>
            </a:lvl8pPr>
            <a:lvl9pPr lvl="8">
              <a:lnSpc>
                <a:spcPct val="115000"/>
              </a:lnSpc>
              <a:spcBef>
                <a:spcPts val="0"/>
              </a:spcBef>
              <a:spcAft>
                <a:spcPts val="0"/>
              </a:spcAft>
              <a:buNone/>
              <a:defRPr b="1" sz="1000">
                <a:solidFill>
                  <a:schemeClr val="lt2"/>
                </a:solidFill>
                <a:latin typeface="Instrument Sans"/>
                <a:ea typeface="Instrument Sans"/>
                <a:cs typeface="Instrument Sans"/>
                <a:sym typeface="Instrument Sans"/>
              </a:defRPr>
            </a:lvl9pPr>
          </a:lstStyle>
          <a:p/>
        </p:txBody>
      </p:sp>
      <p:sp>
        <p:nvSpPr>
          <p:cNvPr id="193" name="Google Shape;193;p19"/>
          <p:cNvSpPr txBox="1"/>
          <p:nvPr>
            <p:ph idx="1" type="body"/>
          </p:nvPr>
        </p:nvSpPr>
        <p:spPr>
          <a:xfrm>
            <a:off x="5249650" y="2206475"/>
            <a:ext cx="1808700" cy="2428500"/>
          </a:xfrm>
          <a:prstGeom prst="rect">
            <a:avLst/>
          </a:prstGeom>
        </p:spPr>
        <p:txBody>
          <a:bodyPr anchorCtr="0" anchor="t" bIns="91425" lIns="155425" spcFirstLastPara="1" rIns="137150" wrap="square" tIns="91425">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194" name="Google Shape;194;p19"/>
          <p:cNvSpPr txBox="1"/>
          <p:nvPr>
            <p:ph idx="5" type="body"/>
          </p:nvPr>
        </p:nvSpPr>
        <p:spPr>
          <a:xfrm>
            <a:off x="3444475" y="2206475"/>
            <a:ext cx="1808700" cy="2428500"/>
          </a:xfrm>
          <a:prstGeom prst="rect">
            <a:avLst/>
          </a:prstGeom>
        </p:spPr>
        <p:txBody>
          <a:bodyPr anchorCtr="0" anchor="t" bIns="91425" lIns="155425" spcFirstLastPara="1" rIns="137150" wrap="square" tIns="91425">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195" name="Google Shape;195;p19"/>
          <p:cNvSpPr txBox="1"/>
          <p:nvPr>
            <p:ph idx="6" type="title"/>
          </p:nvPr>
        </p:nvSpPr>
        <p:spPr>
          <a:xfrm>
            <a:off x="1731400" y="282900"/>
            <a:ext cx="7128000" cy="11169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196" name="Google Shape;196;p19"/>
          <p:cNvSpPr txBox="1"/>
          <p:nvPr>
            <p:ph idx="7" type="title"/>
          </p:nvPr>
        </p:nvSpPr>
        <p:spPr>
          <a:xfrm>
            <a:off x="284800" y="2206500"/>
            <a:ext cx="1340100" cy="409500"/>
          </a:xfrm>
          <a:prstGeom prst="rect">
            <a:avLst/>
          </a:prstGeom>
        </p:spPr>
        <p:txBody>
          <a:bodyPr anchorCtr="0" anchor="t" bIns="0" lIns="182875" spcFirstLastPara="1" rIns="91425" wrap="square" tIns="91425">
            <a:spAutoFit/>
          </a:bodyPr>
          <a:lstStyle>
            <a:lvl1pPr lvl="0">
              <a:lnSpc>
                <a:spcPct val="90000"/>
              </a:lnSpc>
              <a:spcBef>
                <a:spcPts val="0"/>
              </a:spcBef>
              <a:spcAft>
                <a:spcPts val="0"/>
              </a:spcAft>
              <a:buNone/>
              <a:defRPr sz="1000">
                <a:latin typeface="Instrument Sans"/>
                <a:ea typeface="Instrument Sans"/>
                <a:cs typeface="Instrument Sans"/>
                <a:sym typeface="Instrument Sans"/>
              </a:defRPr>
            </a:lvl1pPr>
            <a:lvl2pPr lvl="1">
              <a:lnSpc>
                <a:spcPct val="115000"/>
              </a:lnSpc>
              <a:spcBef>
                <a:spcPts val="0"/>
              </a:spcBef>
              <a:spcAft>
                <a:spcPts val="0"/>
              </a:spcAft>
              <a:buNone/>
              <a:defRPr sz="1000">
                <a:latin typeface="Instrument Sans"/>
                <a:ea typeface="Instrument Sans"/>
                <a:cs typeface="Instrument Sans"/>
                <a:sym typeface="Instrument Sans"/>
              </a:defRPr>
            </a:lvl2pPr>
            <a:lvl3pPr lvl="2">
              <a:lnSpc>
                <a:spcPct val="115000"/>
              </a:lnSpc>
              <a:spcBef>
                <a:spcPts val="0"/>
              </a:spcBef>
              <a:spcAft>
                <a:spcPts val="0"/>
              </a:spcAft>
              <a:buNone/>
              <a:defRPr sz="1000">
                <a:latin typeface="Instrument Sans"/>
                <a:ea typeface="Instrument Sans"/>
                <a:cs typeface="Instrument Sans"/>
                <a:sym typeface="Instrument Sans"/>
              </a:defRPr>
            </a:lvl3pPr>
            <a:lvl4pPr lvl="3">
              <a:lnSpc>
                <a:spcPct val="115000"/>
              </a:lnSpc>
              <a:spcBef>
                <a:spcPts val="0"/>
              </a:spcBef>
              <a:spcAft>
                <a:spcPts val="0"/>
              </a:spcAft>
              <a:buNone/>
              <a:defRPr sz="1000">
                <a:latin typeface="Instrument Sans"/>
                <a:ea typeface="Instrument Sans"/>
                <a:cs typeface="Instrument Sans"/>
                <a:sym typeface="Instrument Sans"/>
              </a:defRPr>
            </a:lvl4pPr>
            <a:lvl5pPr lvl="4">
              <a:lnSpc>
                <a:spcPct val="115000"/>
              </a:lnSpc>
              <a:spcBef>
                <a:spcPts val="0"/>
              </a:spcBef>
              <a:spcAft>
                <a:spcPts val="0"/>
              </a:spcAft>
              <a:buNone/>
              <a:defRPr sz="1000">
                <a:latin typeface="Instrument Sans"/>
                <a:ea typeface="Instrument Sans"/>
                <a:cs typeface="Instrument Sans"/>
                <a:sym typeface="Instrument Sans"/>
              </a:defRPr>
            </a:lvl5pPr>
            <a:lvl6pPr lvl="5">
              <a:lnSpc>
                <a:spcPct val="115000"/>
              </a:lnSpc>
              <a:spcBef>
                <a:spcPts val="0"/>
              </a:spcBef>
              <a:spcAft>
                <a:spcPts val="0"/>
              </a:spcAft>
              <a:buNone/>
              <a:defRPr sz="1000">
                <a:latin typeface="Instrument Sans"/>
                <a:ea typeface="Instrument Sans"/>
                <a:cs typeface="Instrument Sans"/>
                <a:sym typeface="Instrument Sans"/>
              </a:defRPr>
            </a:lvl6pPr>
            <a:lvl7pPr lvl="6">
              <a:lnSpc>
                <a:spcPct val="115000"/>
              </a:lnSpc>
              <a:spcBef>
                <a:spcPts val="0"/>
              </a:spcBef>
              <a:spcAft>
                <a:spcPts val="0"/>
              </a:spcAft>
              <a:buNone/>
              <a:defRPr sz="1000">
                <a:latin typeface="Instrument Sans"/>
                <a:ea typeface="Instrument Sans"/>
                <a:cs typeface="Instrument Sans"/>
                <a:sym typeface="Instrument Sans"/>
              </a:defRPr>
            </a:lvl7pPr>
            <a:lvl8pPr lvl="7">
              <a:lnSpc>
                <a:spcPct val="115000"/>
              </a:lnSpc>
              <a:spcBef>
                <a:spcPts val="0"/>
              </a:spcBef>
              <a:spcAft>
                <a:spcPts val="0"/>
              </a:spcAft>
              <a:buNone/>
              <a:defRPr sz="1000">
                <a:latin typeface="Instrument Sans"/>
                <a:ea typeface="Instrument Sans"/>
                <a:cs typeface="Instrument Sans"/>
                <a:sym typeface="Instrument Sans"/>
              </a:defRPr>
            </a:lvl8pPr>
            <a:lvl9pPr lvl="8">
              <a:lnSpc>
                <a:spcPct val="115000"/>
              </a:lnSpc>
              <a:spcBef>
                <a:spcPts val="0"/>
              </a:spcBef>
              <a:spcAft>
                <a:spcPts val="0"/>
              </a:spcAft>
              <a:buNone/>
              <a:defRPr sz="1000">
                <a:latin typeface="Instrument Sans"/>
                <a:ea typeface="Instrument Sans"/>
                <a:cs typeface="Instrument Sans"/>
                <a:sym typeface="Instrument Sans"/>
              </a:defRPr>
            </a:lvl9pPr>
          </a:lstStyle>
          <a:p/>
        </p:txBody>
      </p:sp>
      <p:sp>
        <p:nvSpPr>
          <p:cNvPr id="197" name="Google Shape;197;p19"/>
          <p:cNvSpPr txBox="1"/>
          <p:nvPr>
            <p:ph idx="8" type="title"/>
          </p:nvPr>
        </p:nvSpPr>
        <p:spPr>
          <a:xfrm>
            <a:off x="284800" y="2939825"/>
            <a:ext cx="1340100" cy="409500"/>
          </a:xfrm>
          <a:prstGeom prst="rect">
            <a:avLst/>
          </a:prstGeom>
        </p:spPr>
        <p:txBody>
          <a:bodyPr anchorCtr="0" anchor="t" bIns="0" lIns="182875" spcFirstLastPara="1" rIns="91425" wrap="square" tIns="91425">
            <a:spAutoFit/>
          </a:bodyPr>
          <a:lstStyle>
            <a:lvl1pPr lvl="0">
              <a:lnSpc>
                <a:spcPct val="90000"/>
              </a:lnSpc>
              <a:spcBef>
                <a:spcPts val="0"/>
              </a:spcBef>
              <a:spcAft>
                <a:spcPts val="0"/>
              </a:spcAft>
              <a:buNone/>
              <a:defRPr sz="1000">
                <a:latin typeface="Instrument Sans"/>
                <a:ea typeface="Instrument Sans"/>
                <a:cs typeface="Instrument Sans"/>
                <a:sym typeface="Instrument Sans"/>
              </a:defRPr>
            </a:lvl1pPr>
            <a:lvl2pPr lvl="1">
              <a:lnSpc>
                <a:spcPct val="115000"/>
              </a:lnSpc>
              <a:spcBef>
                <a:spcPts val="0"/>
              </a:spcBef>
              <a:spcAft>
                <a:spcPts val="0"/>
              </a:spcAft>
              <a:buNone/>
              <a:defRPr sz="1000">
                <a:latin typeface="Instrument Sans"/>
                <a:ea typeface="Instrument Sans"/>
                <a:cs typeface="Instrument Sans"/>
                <a:sym typeface="Instrument Sans"/>
              </a:defRPr>
            </a:lvl2pPr>
            <a:lvl3pPr lvl="2">
              <a:lnSpc>
                <a:spcPct val="115000"/>
              </a:lnSpc>
              <a:spcBef>
                <a:spcPts val="0"/>
              </a:spcBef>
              <a:spcAft>
                <a:spcPts val="0"/>
              </a:spcAft>
              <a:buNone/>
              <a:defRPr sz="1000">
                <a:latin typeface="Instrument Sans"/>
                <a:ea typeface="Instrument Sans"/>
                <a:cs typeface="Instrument Sans"/>
                <a:sym typeface="Instrument Sans"/>
              </a:defRPr>
            </a:lvl3pPr>
            <a:lvl4pPr lvl="3">
              <a:lnSpc>
                <a:spcPct val="115000"/>
              </a:lnSpc>
              <a:spcBef>
                <a:spcPts val="0"/>
              </a:spcBef>
              <a:spcAft>
                <a:spcPts val="0"/>
              </a:spcAft>
              <a:buNone/>
              <a:defRPr sz="1000">
                <a:latin typeface="Instrument Sans"/>
                <a:ea typeface="Instrument Sans"/>
                <a:cs typeface="Instrument Sans"/>
                <a:sym typeface="Instrument Sans"/>
              </a:defRPr>
            </a:lvl4pPr>
            <a:lvl5pPr lvl="4">
              <a:lnSpc>
                <a:spcPct val="115000"/>
              </a:lnSpc>
              <a:spcBef>
                <a:spcPts val="0"/>
              </a:spcBef>
              <a:spcAft>
                <a:spcPts val="0"/>
              </a:spcAft>
              <a:buNone/>
              <a:defRPr sz="1000">
                <a:latin typeface="Instrument Sans"/>
                <a:ea typeface="Instrument Sans"/>
                <a:cs typeface="Instrument Sans"/>
                <a:sym typeface="Instrument Sans"/>
              </a:defRPr>
            </a:lvl5pPr>
            <a:lvl6pPr lvl="5">
              <a:lnSpc>
                <a:spcPct val="115000"/>
              </a:lnSpc>
              <a:spcBef>
                <a:spcPts val="0"/>
              </a:spcBef>
              <a:spcAft>
                <a:spcPts val="0"/>
              </a:spcAft>
              <a:buNone/>
              <a:defRPr sz="1000">
                <a:latin typeface="Instrument Sans"/>
                <a:ea typeface="Instrument Sans"/>
                <a:cs typeface="Instrument Sans"/>
                <a:sym typeface="Instrument Sans"/>
              </a:defRPr>
            </a:lvl6pPr>
            <a:lvl7pPr lvl="6">
              <a:lnSpc>
                <a:spcPct val="115000"/>
              </a:lnSpc>
              <a:spcBef>
                <a:spcPts val="0"/>
              </a:spcBef>
              <a:spcAft>
                <a:spcPts val="0"/>
              </a:spcAft>
              <a:buNone/>
              <a:defRPr sz="1000">
                <a:latin typeface="Instrument Sans"/>
                <a:ea typeface="Instrument Sans"/>
                <a:cs typeface="Instrument Sans"/>
                <a:sym typeface="Instrument Sans"/>
              </a:defRPr>
            </a:lvl7pPr>
            <a:lvl8pPr lvl="7">
              <a:lnSpc>
                <a:spcPct val="115000"/>
              </a:lnSpc>
              <a:spcBef>
                <a:spcPts val="0"/>
              </a:spcBef>
              <a:spcAft>
                <a:spcPts val="0"/>
              </a:spcAft>
              <a:buNone/>
              <a:defRPr sz="1000">
                <a:latin typeface="Instrument Sans"/>
                <a:ea typeface="Instrument Sans"/>
                <a:cs typeface="Instrument Sans"/>
                <a:sym typeface="Instrument Sans"/>
              </a:defRPr>
            </a:lvl8pPr>
            <a:lvl9pPr lvl="8">
              <a:lnSpc>
                <a:spcPct val="115000"/>
              </a:lnSpc>
              <a:spcBef>
                <a:spcPts val="0"/>
              </a:spcBef>
              <a:spcAft>
                <a:spcPts val="0"/>
              </a:spcAft>
              <a:buNone/>
              <a:defRPr sz="1000">
                <a:latin typeface="Instrument Sans"/>
                <a:ea typeface="Instrument Sans"/>
                <a:cs typeface="Instrument Sans"/>
                <a:sym typeface="Instrument Sans"/>
              </a:defRPr>
            </a:lvl9pPr>
          </a:lstStyle>
          <a:p/>
        </p:txBody>
      </p:sp>
      <p:sp>
        <p:nvSpPr>
          <p:cNvPr id="198" name="Google Shape;198;p19"/>
          <p:cNvSpPr txBox="1"/>
          <p:nvPr>
            <p:ph idx="9" type="subTitle"/>
          </p:nvPr>
        </p:nvSpPr>
        <p:spPr>
          <a:xfrm>
            <a:off x="284798" y="282900"/>
            <a:ext cx="1207200" cy="368100"/>
          </a:xfrm>
          <a:prstGeom prst="rect">
            <a:avLst/>
          </a:prstGeom>
        </p:spPr>
        <p:txBody>
          <a:bodyPr anchorCtr="0" anchor="ctr" bIns="0" lIns="0" spcFirstLastPara="1" rIns="0" wrap="square" tIns="0">
            <a:noAutofit/>
          </a:bodyPr>
          <a:lstStyle>
            <a:lvl1pPr lvl="0" algn="ctr">
              <a:lnSpc>
                <a:spcPct val="115000"/>
              </a:lnSpc>
              <a:spcBef>
                <a:spcPts val="0"/>
              </a:spcBef>
              <a:spcAft>
                <a:spcPts val="0"/>
              </a:spcAft>
              <a:buNone/>
              <a:defRPr sz="800"/>
            </a:lvl1pPr>
            <a:lvl2pPr lvl="1" algn="ctr">
              <a:spcBef>
                <a:spcPts val="0"/>
              </a:spcBef>
              <a:spcAft>
                <a:spcPts val="0"/>
              </a:spcAft>
              <a:buSzPts val="800"/>
              <a:buNone/>
              <a:defRPr sz="800"/>
            </a:lvl2pPr>
            <a:lvl3pPr lvl="2" algn="ctr">
              <a:spcBef>
                <a:spcPts val="0"/>
              </a:spcBef>
              <a:spcAft>
                <a:spcPts val="0"/>
              </a:spcAft>
              <a:buSzPts val="800"/>
              <a:buNone/>
              <a:defRPr sz="800"/>
            </a:lvl3pPr>
            <a:lvl4pPr lvl="3" algn="ctr">
              <a:spcBef>
                <a:spcPts val="0"/>
              </a:spcBef>
              <a:spcAft>
                <a:spcPts val="0"/>
              </a:spcAft>
              <a:buSzPts val="800"/>
              <a:buNone/>
              <a:defRPr sz="800"/>
            </a:lvl4pPr>
            <a:lvl5pPr lvl="4" algn="ctr">
              <a:spcBef>
                <a:spcPts val="0"/>
              </a:spcBef>
              <a:spcAft>
                <a:spcPts val="0"/>
              </a:spcAft>
              <a:buSzPts val="800"/>
              <a:buNone/>
              <a:defRPr sz="800"/>
            </a:lvl5pPr>
            <a:lvl6pPr lvl="5" algn="ctr">
              <a:spcBef>
                <a:spcPts val="0"/>
              </a:spcBef>
              <a:spcAft>
                <a:spcPts val="0"/>
              </a:spcAft>
              <a:buSzPts val="800"/>
              <a:buNone/>
              <a:defRPr sz="800"/>
            </a:lvl6pPr>
            <a:lvl7pPr lvl="6" algn="ctr">
              <a:spcBef>
                <a:spcPts val="0"/>
              </a:spcBef>
              <a:spcAft>
                <a:spcPts val="0"/>
              </a:spcAft>
              <a:buSzPts val="800"/>
              <a:buNone/>
              <a:defRPr sz="800"/>
            </a:lvl7pPr>
            <a:lvl8pPr lvl="7" algn="ctr">
              <a:spcBef>
                <a:spcPts val="0"/>
              </a:spcBef>
              <a:spcAft>
                <a:spcPts val="0"/>
              </a:spcAft>
              <a:buSzPts val="800"/>
              <a:buNone/>
              <a:defRPr sz="800"/>
            </a:lvl8pPr>
            <a:lvl9pPr lvl="8" algn="ctr">
              <a:spcBef>
                <a:spcPts val="0"/>
              </a:spcBef>
              <a:spcAft>
                <a:spcPts val="0"/>
              </a:spcAft>
              <a:buSzPts val="800"/>
              <a:buNone/>
              <a:defRPr sz="800"/>
            </a:lvl9pPr>
          </a:lstStyle>
          <a:p/>
        </p:txBody>
      </p:sp>
      <p:sp>
        <p:nvSpPr>
          <p:cNvPr id="199" name="Google Shape;199;p19"/>
          <p:cNvSpPr txBox="1"/>
          <p:nvPr>
            <p:ph idx="13" type="title"/>
          </p:nvPr>
        </p:nvSpPr>
        <p:spPr>
          <a:xfrm>
            <a:off x="284800" y="3825550"/>
            <a:ext cx="1340100" cy="409500"/>
          </a:xfrm>
          <a:prstGeom prst="rect">
            <a:avLst/>
          </a:prstGeom>
        </p:spPr>
        <p:txBody>
          <a:bodyPr anchorCtr="0" anchor="t" bIns="0" lIns="182875" spcFirstLastPara="1" rIns="91425" wrap="square" tIns="91425">
            <a:spAutoFit/>
          </a:bodyPr>
          <a:lstStyle>
            <a:lvl1pPr lvl="0">
              <a:lnSpc>
                <a:spcPct val="90000"/>
              </a:lnSpc>
              <a:spcBef>
                <a:spcPts val="0"/>
              </a:spcBef>
              <a:spcAft>
                <a:spcPts val="0"/>
              </a:spcAft>
              <a:buNone/>
              <a:defRPr sz="1000">
                <a:latin typeface="Instrument Sans"/>
                <a:ea typeface="Instrument Sans"/>
                <a:cs typeface="Instrument Sans"/>
                <a:sym typeface="Instrument Sans"/>
              </a:defRPr>
            </a:lvl1pPr>
            <a:lvl2pPr lvl="1">
              <a:lnSpc>
                <a:spcPct val="115000"/>
              </a:lnSpc>
              <a:spcBef>
                <a:spcPts val="0"/>
              </a:spcBef>
              <a:spcAft>
                <a:spcPts val="0"/>
              </a:spcAft>
              <a:buNone/>
              <a:defRPr sz="1000">
                <a:latin typeface="Instrument Sans"/>
                <a:ea typeface="Instrument Sans"/>
                <a:cs typeface="Instrument Sans"/>
                <a:sym typeface="Instrument Sans"/>
              </a:defRPr>
            </a:lvl2pPr>
            <a:lvl3pPr lvl="2">
              <a:lnSpc>
                <a:spcPct val="115000"/>
              </a:lnSpc>
              <a:spcBef>
                <a:spcPts val="0"/>
              </a:spcBef>
              <a:spcAft>
                <a:spcPts val="0"/>
              </a:spcAft>
              <a:buNone/>
              <a:defRPr sz="1000">
                <a:latin typeface="Instrument Sans"/>
                <a:ea typeface="Instrument Sans"/>
                <a:cs typeface="Instrument Sans"/>
                <a:sym typeface="Instrument Sans"/>
              </a:defRPr>
            </a:lvl3pPr>
            <a:lvl4pPr lvl="3">
              <a:lnSpc>
                <a:spcPct val="115000"/>
              </a:lnSpc>
              <a:spcBef>
                <a:spcPts val="0"/>
              </a:spcBef>
              <a:spcAft>
                <a:spcPts val="0"/>
              </a:spcAft>
              <a:buNone/>
              <a:defRPr sz="1000">
                <a:latin typeface="Instrument Sans"/>
                <a:ea typeface="Instrument Sans"/>
                <a:cs typeface="Instrument Sans"/>
                <a:sym typeface="Instrument Sans"/>
              </a:defRPr>
            </a:lvl4pPr>
            <a:lvl5pPr lvl="4">
              <a:lnSpc>
                <a:spcPct val="115000"/>
              </a:lnSpc>
              <a:spcBef>
                <a:spcPts val="0"/>
              </a:spcBef>
              <a:spcAft>
                <a:spcPts val="0"/>
              </a:spcAft>
              <a:buNone/>
              <a:defRPr sz="1000">
                <a:latin typeface="Instrument Sans"/>
                <a:ea typeface="Instrument Sans"/>
                <a:cs typeface="Instrument Sans"/>
                <a:sym typeface="Instrument Sans"/>
              </a:defRPr>
            </a:lvl5pPr>
            <a:lvl6pPr lvl="5">
              <a:lnSpc>
                <a:spcPct val="115000"/>
              </a:lnSpc>
              <a:spcBef>
                <a:spcPts val="0"/>
              </a:spcBef>
              <a:spcAft>
                <a:spcPts val="0"/>
              </a:spcAft>
              <a:buNone/>
              <a:defRPr sz="1000">
                <a:latin typeface="Instrument Sans"/>
                <a:ea typeface="Instrument Sans"/>
                <a:cs typeface="Instrument Sans"/>
                <a:sym typeface="Instrument Sans"/>
              </a:defRPr>
            </a:lvl6pPr>
            <a:lvl7pPr lvl="6">
              <a:lnSpc>
                <a:spcPct val="115000"/>
              </a:lnSpc>
              <a:spcBef>
                <a:spcPts val="0"/>
              </a:spcBef>
              <a:spcAft>
                <a:spcPts val="0"/>
              </a:spcAft>
              <a:buNone/>
              <a:defRPr sz="1000">
                <a:latin typeface="Instrument Sans"/>
                <a:ea typeface="Instrument Sans"/>
                <a:cs typeface="Instrument Sans"/>
                <a:sym typeface="Instrument Sans"/>
              </a:defRPr>
            </a:lvl7pPr>
            <a:lvl8pPr lvl="7">
              <a:lnSpc>
                <a:spcPct val="115000"/>
              </a:lnSpc>
              <a:spcBef>
                <a:spcPts val="0"/>
              </a:spcBef>
              <a:spcAft>
                <a:spcPts val="0"/>
              </a:spcAft>
              <a:buNone/>
              <a:defRPr sz="1000">
                <a:latin typeface="Instrument Sans"/>
                <a:ea typeface="Instrument Sans"/>
                <a:cs typeface="Instrument Sans"/>
                <a:sym typeface="Instrument Sans"/>
              </a:defRPr>
            </a:lvl8pPr>
            <a:lvl9pPr lvl="8">
              <a:lnSpc>
                <a:spcPct val="115000"/>
              </a:lnSpc>
              <a:spcBef>
                <a:spcPts val="0"/>
              </a:spcBef>
              <a:spcAft>
                <a:spcPts val="0"/>
              </a:spcAft>
              <a:buNone/>
              <a:defRPr sz="1000">
                <a:latin typeface="Instrument Sans"/>
                <a:ea typeface="Instrument Sans"/>
                <a:cs typeface="Instrument Sans"/>
                <a:sym typeface="Instrument Sans"/>
              </a:defRPr>
            </a:lvl9pPr>
          </a:lstStyle>
          <a:p/>
        </p:txBody>
      </p:sp>
      <p:sp>
        <p:nvSpPr>
          <p:cNvPr id="200" name="Google Shape;200;p19"/>
          <p:cNvSpPr txBox="1"/>
          <p:nvPr>
            <p:ph idx="14" type="subTitle"/>
          </p:nvPr>
        </p:nvSpPr>
        <p:spPr>
          <a:xfrm>
            <a:off x="1731400" y="4750800"/>
            <a:ext cx="1340700" cy="1032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600"/>
            </a:lvl1pPr>
            <a:lvl2pPr lvl="1">
              <a:spcBef>
                <a:spcPts val="0"/>
              </a:spcBef>
              <a:spcAft>
                <a:spcPts val="0"/>
              </a:spcAft>
              <a:buClr>
                <a:schemeClr val="lt1"/>
              </a:buClr>
              <a:buSzPts val="600"/>
              <a:buNone/>
              <a:defRPr sz="600"/>
            </a:lvl2pPr>
            <a:lvl3pPr lvl="2">
              <a:spcBef>
                <a:spcPts val="0"/>
              </a:spcBef>
              <a:spcAft>
                <a:spcPts val="0"/>
              </a:spcAft>
              <a:buClr>
                <a:schemeClr val="lt1"/>
              </a:buClr>
              <a:buSzPts val="600"/>
              <a:buNone/>
              <a:defRPr sz="600"/>
            </a:lvl3pPr>
            <a:lvl4pPr lvl="3">
              <a:spcBef>
                <a:spcPts val="0"/>
              </a:spcBef>
              <a:spcAft>
                <a:spcPts val="0"/>
              </a:spcAft>
              <a:buClr>
                <a:schemeClr val="lt1"/>
              </a:buClr>
              <a:buSzPts val="600"/>
              <a:buNone/>
              <a:defRPr sz="600"/>
            </a:lvl4pPr>
            <a:lvl5pPr lvl="4">
              <a:spcBef>
                <a:spcPts val="0"/>
              </a:spcBef>
              <a:spcAft>
                <a:spcPts val="0"/>
              </a:spcAft>
              <a:buClr>
                <a:schemeClr val="lt1"/>
              </a:buClr>
              <a:buSzPts val="600"/>
              <a:buNone/>
              <a:defRPr sz="600"/>
            </a:lvl5pPr>
            <a:lvl6pPr lvl="5">
              <a:spcBef>
                <a:spcPts val="0"/>
              </a:spcBef>
              <a:spcAft>
                <a:spcPts val="0"/>
              </a:spcAft>
              <a:buClr>
                <a:schemeClr val="lt1"/>
              </a:buClr>
              <a:buSzPts val="600"/>
              <a:buNone/>
              <a:defRPr sz="600"/>
            </a:lvl6pPr>
            <a:lvl7pPr lvl="6">
              <a:spcBef>
                <a:spcPts val="0"/>
              </a:spcBef>
              <a:spcAft>
                <a:spcPts val="0"/>
              </a:spcAft>
              <a:buClr>
                <a:schemeClr val="lt1"/>
              </a:buClr>
              <a:buSzPts val="600"/>
              <a:buNone/>
              <a:defRPr sz="600"/>
            </a:lvl7pPr>
            <a:lvl8pPr lvl="7">
              <a:spcBef>
                <a:spcPts val="0"/>
              </a:spcBef>
              <a:spcAft>
                <a:spcPts val="0"/>
              </a:spcAft>
              <a:buClr>
                <a:schemeClr val="lt1"/>
              </a:buClr>
              <a:buSzPts val="600"/>
              <a:buNone/>
              <a:defRPr sz="600"/>
            </a:lvl8pPr>
            <a:lvl9pPr lvl="8">
              <a:spcBef>
                <a:spcPts val="0"/>
              </a:spcBef>
              <a:spcAft>
                <a:spcPts val="0"/>
              </a:spcAft>
              <a:buClr>
                <a:schemeClr val="lt1"/>
              </a:buClr>
              <a:buSzPts val="600"/>
              <a:buNone/>
              <a:defRPr sz="600"/>
            </a:lvl9pPr>
          </a:lstStyle>
          <a:p/>
        </p:txBody>
      </p:sp>
      <p:sp>
        <p:nvSpPr>
          <p:cNvPr id="201" name="Google Shape;201;p19"/>
          <p:cNvSpPr txBox="1"/>
          <p:nvPr>
            <p:ph idx="15" type="body"/>
          </p:nvPr>
        </p:nvSpPr>
        <p:spPr>
          <a:xfrm>
            <a:off x="1624900" y="2206475"/>
            <a:ext cx="1808700" cy="2428500"/>
          </a:xfrm>
          <a:prstGeom prst="rect">
            <a:avLst/>
          </a:prstGeom>
        </p:spPr>
        <p:txBody>
          <a:bodyPr anchorCtr="0" anchor="t" bIns="91425" lIns="155425" spcFirstLastPara="1" rIns="137150" wrap="square" tIns="91425">
            <a:noAutofit/>
          </a:bodyPr>
          <a:lstStyle>
            <a:lvl1pPr indent="-292100" lvl="0" marL="457200">
              <a:spcBef>
                <a:spcPts val="0"/>
              </a:spcBef>
              <a:spcAft>
                <a:spcPts val="0"/>
              </a:spcAft>
              <a:buClr>
                <a:schemeClr val="lt2"/>
              </a:buClr>
              <a:buSzPts val="1000"/>
              <a:buChar char="●"/>
              <a:defRPr sz="1000">
                <a:solidFill>
                  <a:schemeClr val="lt2"/>
                </a:solidFill>
              </a:defRPr>
            </a:lvl1pPr>
            <a:lvl2pPr indent="-292100" lvl="1" marL="914400">
              <a:spcBef>
                <a:spcPts val="0"/>
              </a:spcBef>
              <a:spcAft>
                <a:spcPts val="0"/>
              </a:spcAft>
              <a:buClr>
                <a:schemeClr val="lt2"/>
              </a:buClr>
              <a:buSzPts val="1000"/>
              <a:buChar char="○"/>
              <a:defRPr sz="1000">
                <a:solidFill>
                  <a:schemeClr val="lt2"/>
                </a:solidFill>
              </a:defRPr>
            </a:lvl2pPr>
            <a:lvl3pPr indent="-292100" lvl="2" marL="1371600">
              <a:spcBef>
                <a:spcPts val="0"/>
              </a:spcBef>
              <a:spcAft>
                <a:spcPts val="0"/>
              </a:spcAft>
              <a:buClr>
                <a:schemeClr val="lt2"/>
              </a:buClr>
              <a:buSzPts val="1000"/>
              <a:buChar char="■"/>
              <a:defRPr sz="1000">
                <a:solidFill>
                  <a:schemeClr val="lt2"/>
                </a:solidFill>
              </a:defRPr>
            </a:lvl3pPr>
            <a:lvl4pPr indent="-292100" lvl="3" marL="1828800">
              <a:spcBef>
                <a:spcPts val="0"/>
              </a:spcBef>
              <a:spcAft>
                <a:spcPts val="0"/>
              </a:spcAft>
              <a:buClr>
                <a:schemeClr val="lt2"/>
              </a:buClr>
              <a:buSzPts val="1000"/>
              <a:buChar char="●"/>
              <a:defRPr sz="1000">
                <a:solidFill>
                  <a:schemeClr val="lt2"/>
                </a:solidFill>
              </a:defRPr>
            </a:lvl4pPr>
            <a:lvl5pPr indent="-292100" lvl="4" marL="2286000">
              <a:spcBef>
                <a:spcPts val="0"/>
              </a:spcBef>
              <a:spcAft>
                <a:spcPts val="0"/>
              </a:spcAft>
              <a:buClr>
                <a:schemeClr val="lt2"/>
              </a:buClr>
              <a:buSzPts val="1000"/>
              <a:buChar char="○"/>
              <a:defRPr sz="1000">
                <a:solidFill>
                  <a:schemeClr val="lt2"/>
                </a:solidFill>
              </a:defRPr>
            </a:lvl5pPr>
            <a:lvl6pPr indent="-292100" lvl="5" marL="2743200">
              <a:spcBef>
                <a:spcPts val="0"/>
              </a:spcBef>
              <a:spcAft>
                <a:spcPts val="0"/>
              </a:spcAft>
              <a:buClr>
                <a:schemeClr val="lt2"/>
              </a:buClr>
              <a:buSzPts val="1000"/>
              <a:buChar char="■"/>
              <a:defRPr sz="1000">
                <a:solidFill>
                  <a:schemeClr val="lt2"/>
                </a:solidFill>
              </a:defRPr>
            </a:lvl6pPr>
            <a:lvl7pPr indent="-292100" lvl="6" marL="3200400">
              <a:spcBef>
                <a:spcPts val="0"/>
              </a:spcBef>
              <a:spcAft>
                <a:spcPts val="0"/>
              </a:spcAft>
              <a:buClr>
                <a:schemeClr val="lt2"/>
              </a:buClr>
              <a:buSzPts val="1000"/>
              <a:buChar char="●"/>
              <a:defRPr sz="1000">
                <a:solidFill>
                  <a:schemeClr val="lt2"/>
                </a:solidFill>
              </a:defRPr>
            </a:lvl7pPr>
            <a:lvl8pPr indent="-292100" lvl="7" marL="3657600">
              <a:spcBef>
                <a:spcPts val="0"/>
              </a:spcBef>
              <a:spcAft>
                <a:spcPts val="0"/>
              </a:spcAft>
              <a:buClr>
                <a:schemeClr val="lt2"/>
              </a:buClr>
              <a:buSzPts val="1000"/>
              <a:buChar char="○"/>
              <a:defRPr sz="1000">
                <a:solidFill>
                  <a:schemeClr val="lt2"/>
                </a:solidFill>
              </a:defRPr>
            </a:lvl8pPr>
            <a:lvl9pPr indent="-292100" lvl="8" marL="4114800">
              <a:spcBef>
                <a:spcPts val="0"/>
              </a:spcBef>
              <a:spcAft>
                <a:spcPts val="0"/>
              </a:spcAft>
              <a:buClr>
                <a:schemeClr val="lt2"/>
              </a:buClr>
              <a:buSzPts val="1000"/>
              <a:buChar char="■"/>
              <a:defRPr sz="1000">
                <a:solidFill>
                  <a:schemeClr val="lt2"/>
                </a:solidFill>
              </a:defRPr>
            </a:lvl9pPr>
          </a:lstStyle>
          <a:p/>
        </p:txBody>
      </p:sp>
      <p:sp>
        <p:nvSpPr>
          <p:cNvPr id="202" name="Google Shape;202;p19"/>
          <p:cNvSpPr txBox="1"/>
          <p:nvPr>
            <p:ph idx="16" type="body"/>
          </p:nvPr>
        </p:nvSpPr>
        <p:spPr>
          <a:xfrm>
            <a:off x="7054825" y="2206475"/>
            <a:ext cx="1808700" cy="2428500"/>
          </a:xfrm>
          <a:prstGeom prst="rect">
            <a:avLst/>
          </a:prstGeom>
        </p:spPr>
        <p:txBody>
          <a:bodyPr anchorCtr="0" anchor="t" bIns="91425" lIns="155425" spcFirstLastPara="1" rIns="137150" wrap="square" tIns="91425">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203" name="Google Shape;203;p19"/>
          <p:cNvSpPr txBox="1"/>
          <p:nvPr>
            <p:ph idx="17" type="subTitle"/>
          </p:nvPr>
        </p:nvSpPr>
        <p:spPr>
          <a:xfrm>
            <a:off x="7518500" y="4750800"/>
            <a:ext cx="1340700" cy="103200"/>
          </a:xfrm>
          <a:prstGeom prst="rect">
            <a:avLst/>
          </a:prstGeom>
        </p:spPr>
        <p:txBody>
          <a:bodyPr anchorCtr="0" anchor="t" bIns="0" lIns="0" spcFirstLastPara="1" rIns="0" wrap="square" tIns="0">
            <a:noAutofit/>
          </a:bodyPr>
          <a:lstStyle>
            <a:lvl1pPr lvl="0" algn="r">
              <a:lnSpc>
                <a:spcPct val="115000"/>
              </a:lnSpc>
              <a:spcBef>
                <a:spcPts val="0"/>
              </a:spcBef>
              <a:spcAft>
                <a:spcPts val="0"/>
              </a:spcAft>
              <a:buNone/>
              <a:defRPr sz="600"/>
            </a:lvl1pPr>
            <a:lvl2pPr lvl="1" algn="r">
              <a:spcBef>
                <a:spcPts val="0"/>
              </a:spcBef>
              <a:spcAft>
                <a:spcPts val="0"/>
              </a:spcAft>
              <a:buClr>
                <a:schemeClr val="lt1"/>
              </a:buClr>
              <a:buSzPts val="600"/>
              <a:buNone/>
              <a:defRPr sz="600"/>
            </a:lvl2pPr>
            <a:lvl3pPr lvl="2" algn="r">
              <a:spcBef>
                <a:spcPts val="0"/>
              </a:spcBef>
              <a:spcAft>
                <a:spcPts val="0"/>
              </a:spcAft>
              <a:buClr>
                <a:schemeClr val="lt1"/>
              </a:buClr>
              <a:buSzPts val="600"/>
              <a:buNone/>
              <a:defRPr sz="600"/>
            </a:lvl3pPr>
            <a:lvl4pPr lvl="3" algn="r">
              <a:spcBef>
                <a:spcPts val="0"/>
              </a:spcBef>
              <a:spcAft>
                <a:spcPts val="0"/>
              </a:spcAft>
              <a:buClr>
                <a:schemeClr val="lt1"/>
              </a:buClr>
              <a:buSzPts val="600"/>
              <a:buNone/>
              <a:defRPr sz="600"/>
            </a:lvl4pPr>
            <a:lvl5pPr lvl="4" algn="r">
              <a:spcBef>
                <a:spcPts val="0"/>
              </a:spcBef>
              <a:spcAft>
                <a:spcPts val="0"/>
              </a:spcAft>
              <a:buClr>
                <a:schemeClr val="lt1"/>
              </a:buClr>
              <a:buSzPts val="600"/>
              <a:buNone/>
              <a:defRPr sz="600"/>
            </a:lvl5pPr>
            <a:lvl6pPr lvl="5" algn="r">
              <a:spcBef>
                <a:spcPts val="0"/>
              </a:spcBef>
              <a:spcAft>
                <a:spcPts val="0"/>
              </a:spcAft>
              <a:buClr>
                <a:schemeClr val="lt1"/>
              </a:buClr>
              <a:buSzPts val="600"/>
              <a:buNone/>
              <a:defRPr sz="600"/>
            </a:lvl6pPr>
            <a:lvl7pPr lvl="6" algn="r">
              <a:spcBef>
                <a:spcPts val="0"/>
              </a:spcBef>
              <a:spcAft>
                <a:spcPts val="0"/>
              </a:spcAft>
              <a:buClr>
                <a:schemeClr val="lt1"/>
              </a:buClr>
              <a:buSzPts val="600"/>
              <a:buNone/>
              <a:defRPr sz="600"/>
            </a:lvl7pPr>
            <a:lvl8pPr lvl="7" algn="r">
              <a:spcBef>
                <a:spcPts val="0"/>
              </a:spcBef>
              <a:spcAft>
                <a:spcPts val="0"/>
              </a:spcAft>
              <a:buClr>
                <a:schemeClr val="lt1"/>
              </a:buClr>
              <a:buSzPts val="600"/>
              <a:buNone/>
              <a:defRPr sz="600"/>
            </a:lvl8pPr>
            <a:lvl9pPr lvl="8" algn="r">
              <a:spcBef>
                <a:spcPts val="0"/>
              </a:spcBef>
              <a:spcAft>
                <a:spcPts val="0"/>
              </a:spcAft>
              <a:buClr>
                <a:schemeClr val="lt1"/>
              </a:buClr>
              <a:buSzPts val="600"/>
              <a:buNone/>
              <a:defRPr sz="6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6">
  <p:cSld name="CUSTOM_9">
    <p:spTree>
      <p:nvGrpSpPr>
        <p:cNvPr id="204" name="Shape 204"/>
        <p:cNvGrpSpPr/>
        <p:nvPr/>
      </p:nvGrpSpPr>
      <p:grpSpPr>
        <a:xfrm>
          <a:off x="0" y="0"/>
          <a:ext cx="0" cy="0"/>
          <a:chOff x="0" y="0"/>
          <a:chExt cx="0" cy="0"/>
        </a:xfrm>
      </p:grpSpPr>
      <p:sp>
        <p:nvSpPr>
          <p:cNvPr id="205" name="Google Shape;205;p20"/>
          <p:cNvSpPr txBox="1"/>
          <p:nvPr>
            <p:ph idx="1" type="body"/>
          </p:nvPr>
        </p:nvSpPr>
        <p:spPr>
          <a:xfrm>
            <a:off x="6795150" y="3532980"/>
            <a:ext cx="2064000" cy="1101900"/>
          </a:xfrm>
          <a:prstGeom prst="rect">
            <a:avLst/>
          </a:prstGeom>
        </p:spPr>
        <p:txBody>
          <a:bodyPr anchorCtr="0" anchor="b" bIns="182875" lIns="182875" spcFirstLastPara="1" rIns="182875" wrap="square" tIns="91425">
            <a:noAutofit/>
          </a:bodyPr>
          <a:lstStyle>
            <a:lvl1pPr indent="-292100" lvl="0" marL="457200">
              <a:spcBef>
                <a:spcPts val="0"/>
              </a:spcBef>
              <a:spcAft>
                <a:spcPts val="0"/>
              </a:spcAft>
              <a:buClr>
                <a:schemeClr val="lt2"/>
              </a:buClr>
              <a:buSzPts val="1000"/>
              <a:buChar char="●"/>
              <a:defRPr sz="1000">
                <a:solidFill>
                  <a:schemeClr val="lt2"/>
                </a:solidFill>
              </a:defRPr>
            </a:lvl1pPr>
            <a:lvl2pPr indent="-292100" lvl="1" marL="914400">
              <a:spcBef>
                <a:spcPts val="0"/>
              </a:spcBef>
              <a:spcAft>
                <a:spcPts val="0"/>
              </a:spcAft>
              <a:buClr>
                <a:schemeClr val="lt2"/>
              </a:buClr>
              <a:buSzPts val="1000"/>
              <a:buChar char="○"/>
              <a:defRPr sz="1000">
                <a:solidFill>
                  <a:schemeClr val="lt2"/>
                </a:solidFill>
              </a:defRPr>
            </a:lvl2pPr>
            <a:lvl3pPr indent="-292100" lvl="2" marL="1371600">
              <a:spcBef>
                <a:spcPts val="0"/>
              </a:spcBef>
              <a:spcAft>
                <a:spcPts val="0"/>
              </a:spcAft>
              <a:buClr>
                <a:schemeClr val="lt2"/>
              </a:buClr>
              <a:buSzPts val="1000"/>
              <a:buChar char="■"/>
              <a:defRPr sz="1000">
                <a:solidFill>
                  <a:schemeClr val="lt2"/>
                </a:solidFill>
              </a:defRPr>
            </a:lvl3pPr>
            <a:lvl4pPr indent="-292100" lvl="3" marL="1828800">
              <a:spcBef>
                <a:spcPts val="0"/>
              </a:spcBef>
              <a:spcAft>
                <a:spcPts val="0"/>
              </a:spcAft>
              <a:buClr>
                <a:schemeClr val="lt2"/>
              </a:buClr>
              <a:buSzPts val="1000"/>
              <a:buChar char="●"/>
              <a:defRPr sz="1000">
                <a:solidFill>
                  <a:schemeClr val="lt2"/>
                </a:solidFill>
              </a:defRPr>
            </a:lvl4pPr>
            <a:lvl5pPr indent="-292100" lvl="4" marL="2286000">
              <a:spcBef>
                <a:spcPts val="0"/>
              </a:spcBef>
              <a:spcAft>
                <a:spcPts val="0"/>
              </a:spcAft>
              <a:buClr>
                <a:schemeClr val="lt2"/>
              </a:buClr>
              <a:buSzPts val="1000"/>
              <a:buChar char="○"/>
              <a:defRPr sz="1000">
                <a:solidFill>
                  <a:schemeClr val="lt2"/>
                </a:solidFill>
              </a:defRPr>
            </a:lvl5pPr>
            <a:lvl6pPr indent="-292100" lvl="5" marL="2743200">
              <a:spcBef>
                <a:spcPts val="0"/>
              </a:spcBef>
              <a:spcAft>
                <a:spcPts val="0"/>
              </a:spcAft>
              <a:buClr>
                <a:schemeClr val="lt2"/>
              </a:buClr>
              <a:buSzPts val="1000"/>
              <a:buChar char="■"/>
              <a:defRPr sz="1000">
                <a:solidFill>
                  <a:schemeClr val="lt2"/>
                </a:solidFill>
              </a:defRPr>
            </a:lvl6pPr>
            <a:lvl7pPr indent="-292100" lvl="6" marL="3200400">
              <a:spcBef>
                <a:spcPts val="0"/>
              </a:spcBef>
              <a:spcAft>
                <a:spcPts val="0"/>
              </a:spcAft>
              <a:buClr>
                <a:schemeClr val="lt2"/>
              </a:buClr>
              <a:buSzPts val="1000"/>
              <a:buChar char="●"/>
              <a:defRPr sz="1000">
                <a:solidFill>
                  <a:schemeClr val="lt2"/>
                </a:solidFill>
              </a:defRPr>
            </a:lvl7pPr>
            <a:lvl8pPr indent="-292100" lvl="7" marL="3657600">
              <a:spcBef>
                <a:spcPts val="0"/>
              </a:spcBef>
              <a:spcAft>
                <a:spcPts val="0"/>
              </a:spcAft>
              <a:buClr>
                <a:schemeClr val="lt2"/>
              </a:buClr>
              <a:buSzPts val="1000"/>
              <a:buChar char="○"/>
              <a:defRPr sz="1000">
                <a:solidFill>
                  <a:schemeClr val="lt2"/>
                </a:solidFill>
              </a:defRPr>
            </a:lvl8pPr>
            <a:lvl9pPr indent="-292100" lvl="8" marL="4114800">
              <a:spcBef>
                <a:spcPts val="0"/>
              </a:spcBef>
              <a:spcAft>
                <a:spcPts val="0"/>
              </a:spcAft>
              <a:buClr>
                <a:schemeClr val="lt2"/>
              </a:buClr>
              <a:buSzPts val="1000"/>
              <a:buChar char="■"/>
              <a:defRPr sz="1000">
                <a:solidFill>
                  <a:schemeClr val="lt2"/>
                </a:solidFill>
              </a:defRPr>
            </a:lvl9pPr>
          </a:lstStyle>
          <a:p/>
        </p:txBody>
      </p:sp>
      <p:sp>
        <p:nvSpPr>
          <p:cNvPr id="206" name="Google Shape;206;p20"/>
          <p:cNvSpPr txBox="1"/>
          <p:nvPr>
            <p:ph type="title"/>
          </p:nvPr>
        </p:nvSpPr>
        <p:spPr>
          <a:xfrm>
            <a:off x="6795150" y="2623350"/>
            <a:ext cx="2064000" cy="464700"/>
          </a:xfrm>
          <a:prstGeom prst="rect">
            <a:avLst/>
          </a:prstGeom>
        </p:spPr>
        <p:txBody>
          <a:bodyPr anchorCtr="0" anchor="t" bIns="0" lIns="164575" spcFirstLastPara="1" rIns="91425" wrap="square" tIns="164575">
            <a:spAutoFit/>
          </a:bodyPr>
          <a:lstStyle>
            <a:lvl1pPr lvl="0">
              <a:spcBef>
                <a:spcPts val="0"/>
              </a:spcBef>
              <a:spcAft>
                <a:spcPts val="0"/>
              </a:spcAft>
              <a:buNone/>
              <a:defRPr sz="1200">
                <a:solidFill>
                  <a:schemeClr val="lt2"/>
                </a:solidFill>
                <a:latin typeface="Outfit SemiBold"/>
                <a:ea typeface="Outfit SemiBold"/>
                <a:cs typeface="Outfit SemiBold"/>
                <a:sym typeface="Outfit SemiBold"/>
              </a:defRPr>
            </a:lvl1pPr>
            <a:lvl2pPr lvl="1">
              <a:lnSpc>
                <a:spcPct val="115000"/>
              </a:lnSpc>
              <a:spcBef>
                <a:spcPts val="0"/>
              </a:spcBef>
              <a:spcAft>
                <a:spcPts val="0"/>
              </a:spcAft>
              <a:buNone/>
              <a:defRPr b="1" sz="1200">
                <a:solidFill>
                  <a:schemeClr val="lt2"/>
                </a:solidFill>
              </a:defRPr>
            </a:lvl2pPr>
            <a:lvl3pPr lvl="2">
              <a:lnSpc>
                <a:spcPct val="115000"/>
              </a:lnSpc>
              <a:spcBef>
                <a:spcPts val="0"/>
              </a:spcBef>
              <a:spcAft>
                <a:spcPts val="0"/>
              </a:spcAft>
              <a:buNone/>
              <a:defRPr b="1" sz="1200">
                <a:solidFill>
                  <a:schemeClr val="lt2"/>
                </a:solidFill>
              </a:defRPr>
            </a:lvl3pPr>
            <a:lvl4pPr lvl="3">
              <a:lnSpc>
                <a:spcPct val="115000"/>
              </a:lnSpc>
              <a:spcBef>
                <a:spcPts val="0"/>
              </a:spcBef>
              <a:spcAft>
                <a:spcPts val="0"/>
              </a:spcAft>
              <a:buNone/>
              <a:defRPr b="1" sz="1200">
                <a:solidFill>
                  <a:schemeClr val="lt2"/>
                </a:solidFill>
              </a:defRPr>
            </a:lvl4pPr>
            <a:lvl5pPr lvl="4">
              <a:lnSpc>
                <a:spcPct val="115000"/>
              </a:lnSpc>
              <a:spcBef>
                <a:spcPts val="0"/>
              </a:spcBef>
              <a:spcAft>
                <a:spcPts val="0"/>
              </a:spcAft>
              <a:buNone/>
              <a:defRPr b="1" sz="1200">
                <a:solidFill>
                  <a:schemeClr val="lt2"/>
                </a:solidFill>
              </a:defRPr>
            </a:lvl5pPr>
            <a:lvl6pPr lvl="5">
              <a:lnSpc>
                <a:spcPct val="115000"/>
              </a:lnSpc>
              <a:spcBef>
                <a:spcPts val="0"/>
              </a:spcBef>
              <a:spcAft>
                <a:spcPts val="0"/>
              </a:spcAft>
              <a:buNone/>
              <a:defRPr b="1" sz="1200">
                <a:solidFill>
                  <a:schemeClr val="lt2"/>
                </a:solidFill>
              </a:defRPr>
            </a:lvl6pPr>
            <a:lvl7pPr lvl="6">
              <a:lnSpc>
                <a:spcPct val="115000"/>
              </a:lnSpc>
              <a:spcBef>
                <a:spcPts val="0"/>
              </a:spcBef>
              <a:spcAft>
                <a:spcPts val="0"/>
              </a:spcAft>
              <a:buNone/>
              <a:defRPr b="1" sz="1200">
                <a:solidFill>
                  <a:schemeClr val="lt2"/>
                </a:solidFill>
              </a:defRPr>
            </a:lvl7pPr>
            <a:lvl8pPr lvl="7">
              <a:lnSpc>
                <a:spcPct val="115000"/>
              </a:lnSpc>
              <a:spcBef>
                <a:spcPts val="0"/>
              </a:spcBef>
              <a:spcAft>
                <a:spcPts val="0"/>
              </a:spcAft>
              <a:buNone/>
              <a:defRPr b="1" sz="1200">
                <a:solidFill>
                  <a:schemeClr val="lt2"/>
                </a:solidFill>
              </a:defRPr>
            </a:lvl8pPr>
            <a:lvl9pPr lvl="8">
              <a:lnSpc>
                <a:spcPct val="115000"/>
              </a:lnSpc>
              <a:spcBef>
                <a:spcPts val="0"/>
              </a:spcBef>
              <a:spcAft>
                <a:spcPts val="0"/>
              </a:spcAft>
              <a:buNone/>
              <a:defRPr b="1" sz="1200">
                <a:solidFill>
                  <a:schemeClr val="lt2"/>
                </a:solidFill>
              </a:defRPr>
            </a:lvl9pPr>
          </a:lstStyle>
          <a:p/>
        </p:txBody>
      </p:sp>
      <p:sp>
        <p:nvSpPr>
          <p:cNvPr id="207" name="Google Shape;207;p20"/>
          <p:cNvSpPr txBox="1"/>
          <p:nvPr>
            <p:ph idx="2" type="body"/>
          </p:nvPr>
        </p:nvSpPr>
        <p:spPr>
          <a:xfrm>
            <a:off x="3901625" y="3532980"/>
            <a:ext cx="2064000" cy="1101900"/>
          </a:xfrm>
          <a:prstGeom prst="rect">
            <a:avLst/>
          </a:prstGeom>
        </p:spPr>
        <p:txBody>
          <a:bodyPr anchorCtr="0" anchor="b" bIns="182875" lIns="182875" spcFirstLastPara="1" rIns="182875" wrap="square" tIns="91425">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208" name="Google Shape;208;p20"/>
          <p:cNvSpPr txBox="1"/>
          <p:nvPr>
            <p:ph idx="3" type="body"/>
          </p:nvPr>
        </p:nvSpPr>
        <p:spPr>
          <a:xfrm>
            <a:off x="1731400" y="3532980"/>
            <a:ext cx="2064000" cy="1101900"/>
          </a:xfrm>
          <a:prstGeom prst="rect">
            <a:avLst/>
          </a:prstGeom>
        </p:spPr>
        <p:txBody>
          <a:bodyPr anchorCtr="0" anchor="b" bIns="182875" lIns="182875" spcFirstLastPara="1" rIns="182875" wrap="square" tIns="91425">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209" name="Google Shape;209;p20"/>
          <p:cNvSpPr txBox="1"/>
          <p:nvPr>
            <p:ph idx="4" type="title"/>
          </p:nvPr>
        </p:nvSpPr>
        <p:spPr>
          <a:xfrm>
            <a:off x="3901625" y="2623350"/>
            <a:ext cx="2064000" cy="464700"/>
          </a:xfrm>
          <a:prstGeom prst="rect">
            <a:avLst/>
          </a:prstGeom>
        </p:spPr>
        <p:txBody>
          <a:bodyPr anchorCtr="0" anchor="t" bIns="0" lIns="164575" spcFirstLastPara="1" rIns="91425" wrap="square" tIns="164575">
            <a:spAutoFit/>
          </a:bodyPr>
          <a:lstStyle>
            <a:lvl1pPr lvl="0">
              <a:spcBef>
                <a:spcPts val="0"/>
              </a:spcBef>
              <a:spcAft>
                <a:spcPts val="0"/>
              </a:spcAft>
              <a:buNone/>
              <a:defRPr sz="1200">
                <a:latin typeface="Outfit SemiBold"/>
                <a:ea typeface="Outfit SemiBold"/>
                <a:cs typeface="Outfit SemiBold"/>
                <a:sym typeface="Outfit SemiBold"/>
              </a:defRPr>
            </a:lvl1pPr>
            <a:lvl2pPr lvl="1">
              <a:lnSpc>
                <a:spcPct val="115000"/>
              </a:lnSpc>
              <a:spcBef>
                <a:spcPts val="0"/>
              </a:spcBef>
              <a:spcAft>
                <a:spcPts val="0"/>
              </a:spcAft>
              <a:buNone/>
              <a:defRPr b="1" sz="1200"/>
            </a:lvl2pPr>
            <a:lvl3pPr lvl="2">
              <a:lnSpc>
                <a:spcPct val="115000"/>
              </a:lnSpc>
              <a:spcBef>
                <a:spcPts val="0"/>
              </a:spcBef>
              <a:spcAft>
                <a:spcPts val="0"/>
              </a:spcAft>
              <a:buNone/>
              <a:defRPr b="1" sz="1200"/>
            </a:lvl3pPr>
            <a:lvl4pPr lvl="3">
              <a:lnSpc>
                <a:spcPct val="115000"/>
              </a:lnSpc>
              <a:spcBef>
                <a:spcPts val="0"/>
              </a:spcBef>
              <a:spcAft>
                <a:spcPts val="0"/>
              </a:spcAft>
              <a:buNone/>
              <a:defRPr b="1" sz="1200"/>
            </a:lvl4pPr>
            <a:lvl5pPr lvl="4">
              <a:lnSpc>
                <a:spcPct val="115000"/>
              </a:lnSpc>
              <a:spcBef>
                <a:spcPts val="0"/>
              </a:spcBef>
              <a:spcAft>
                <a:spcPts val="0"/>
              </a:spcAft>
              <a:buNone/>
              <a:defRPr b="1" sz="1200"/>
            </a:lvl5pPr>
            <a:lvl6pPr lvl="5">
              <a:lnSpc>
                <a:spcPct val="115000"/>
              </a:lnSpc>
              <a:spcBef>
                <a:spcPts val="0"/>
              </a:spcBef>
              <a:spcAft>
                <a:spcPts val="0"/>
              </a:spcAft>
              <a:buNone/>
              <a:defRPr b="1" sz="1200"/>
            </a:lvl6pPr>
            <a:lvl7pPr lvl="6">
              <a:lnSpc>
                <a:spcPct val="115000"/>
              </a:lnSpc>
              <a:spcBef>
                <a:spcPts val="0"/>
              </a:spcBef>
              <a:spcAft>
                <a:spcPts val="0"/>
              </a:spcAft>
              <a:buNone/>
              <a:defRPr b="1" sz="1200"/>
            </a:lvl7pPr>
            <a:lvl8pPr lvl="7">
              <a:lnSpc>
                <a:spcPct val="115000"/>
              </a:lnSpc>
              <a:spcBef>
                <a:spcPts val="0"/>
              </a:spcBef>
              <a:spcAft>
                <a:spcPts val="0"/>
              </a:spcAft>
              <a:buNone/>
              <a:defRPr b="1" sz="1200"/>
            </a:lvl8pPr>
            <a:lvl9pPr lvl="8">
              <a:lnSpc>
                <a:spcPct val="115000"/>
              </a:lnSpc>
              <a:spcBef>
                <a:spcPts val="0"/>
              </a:spcBef>
              <a:spcAft>
                <a:spcPts val="0"/>
              </a:spcAft>
              <a:buNone/>
              <a:defRPr b="1" sz="1200"/>
            </a:lvl9pPr>
          </a:lstStyle>
          <a:p/>
        </p:txBody>
      </p:sp>
      <p:sp>
        <p:nvSpPr>
          <p:cNvPr id="210" name="Google Shape;210;p20"/>
          <p:cNvSpPr txBox="1"/>
          <p:nvPr>
            <p:ph idx="5" type="title"/>
          </p:nvPr>
        </p:nvSpPr>
        <p:spPr>
          <a:xfrm>
            <a:off x="1731400" y="2623350"/>
            <a:ext cx="2064000" cy="464700"/>
          </a:xfrm>
          <a:prstGeom prst="rect">
            <a:avLst/>
          </a:prstGeom>
        </p:spPr>
        <p:txBody>
          <a:bodyPr anchorCtr="0" anchor="t" bIns="0" lIns="164575" spcFirstLastPara="1" rIns="91425" wrap="square" tIns="164575">
            <a:spAutoFit/>
          </a:bodyPr>
          <a:lstStyle>
            <a:lvl1pPr lvl="0">
              <a:spcBef>
                <a:spcPts val="0"/>
              </a:spcBef>
              <a:spcAft>
                <a:spcPts val="0"/>
              </a:spcAft>
              <a:buNone/>
              <a:defRPr sz="1200">
                <a:latin typeface="Outfit SemiBold"/>
                <a:ea typeface="Outfit SemiBold"/>
                <a:cs typeface="Outfit SemiBold"/>
                <a:sym typeface="Outfit SemiBold"/>
              </a:defRPr>
            </a:lvl1pPr>
            <a:lvl2pPr lvl="1">
              <a:lnSpc>
                <a:spcPct val="115000"/>
              </a:lnSpc>
              <a:spcBef>
                <a:spcPts val="0"/>
              </a:spcBef>
              <a:spcAft>
                <a:spcPts val="0"/>
              </a:spcAft>
              <a:buNone/>
              <a:defRPr b="1" sz="1200"/>
            </a:lvl2pPr>
            <a:lvl3pPr lvl="2">
              <a:lnSpc>
                <a:spcPct val="115000"/>
              </a:lnSpc>
              <a:spcBef>
                <a:spcPts val="0"/>
              </a:spcBef>
              <a:spcAft>
                <a:spcPts val="0"/>
              </a:spcAft>
              <a:buNone/>
              <a:defRPr b="1" sz="1200"/>
            </a:lvl3pPr>
            <a:lvl4pPr lvl="3">
              <a:lnSpc>
                <a:spcPct val="115000"/>
              </a:lnSpc>
              <a:spcBef>
                <a:spcPts val="0"/>
              </a:spcBef>
              <a:spcAft>
                <a:spcPts val="0"/>
              </a:spcAft>
              <a:buNone/>
              <a:defRPr b="1" sz="1200"/>
            </a:lvl4pPr>
            <a:lvl5pPr lvl="4">
              <a:lnSpc>
                <a:spcPct val="115000"/>
              </a:lnSpc>
              <a:spcBef>
                <a:spcPts val="0"/>
              </a:spcBef>
              <a:spcAft>
                <a:spcPts val="0"/>
              </a:spcAft>
              <a:buNone/>
              <a:defRPr b="1" sz="1200"/>
            </a:lvl5pPr>
            <a:lvl6pPr lvl="5">
              <a:lnSpc>
                <a:spcPct val="115000"/>
              </a:lnSpc>
              <a:spcBef>
                <a:spcPts val="0"/>
              </a:spcBef>
              <a:spcAft>
                <a:spcPts val="0"/>
              </a:spcAft>
              <a:buNone/>
              <a:defRPr b="1" sz="1200"/>
            </a:lvl6pPr>
            <a:lvl7pPr lvl="6">
              <a:lnSpc>
                <a:spcPct val="115000"/>
              </a:lnSpc>
              <a:spcBef>
                <a:spcPts val="0"/>
              </a:spcBef>
              <a:spcAft>
                <a:spcPts val="0"/>
              </a:spcAft>
              <a:buNone/>
              <a:defRPr b="1" sz="1200"/>
            </a:lvl7pPr>
            <a:lvl8pPr lvl="7">
              <a:lnSpc>
                <a:spcPct val="115000"/>
              </a:lnSpc>
              <a:spcBef>
                <a:spcPts val="0"/>
              </a:spcBef>
              <a:spcAft>
                <a:spcPts val="0"/>
              </a:spcAft>
              <a:buNone/>
              <a:defRPr b="1" sz="1200"/>
            </a:lvl8pPr>
            <a:lvl9pPr lvl="8">
              <a:lnSpc>
                <a:spcPct val="115000"/>
              </a:lnSpc>
              <a:spcBef>
                <a:spcPts val="0"/>
              </a:spcBef>
              <a:spcAft>
                <a:spcPts val="0"/>
              </a:spcAft>
              <a:buNone/>
              <a:defRPr b="1" sz="1200"/>
            </a:lvl9pPr>
          </a:lstStyle>
          <a:p/>
        </p:txBody>
      </p:sp>
      <p:sp>
        <p:nvSpPr>
          <p:cNvPr id="211" name="Google Shape;211;p20"/>
          <p:cNvSpPr/>
          <p:nvPr/>
        </p:nvSpPr>
        <p:spPr>
          <a:xfrm flipH="1">
            <a:off x="4625100" y="282925"/>
            <a:ext cx="3510900" cy="2234100"/>
          </a:xfrm>
          <a:prstGeom prst="round2DiagRect">
            <a:avLst>
              <a:gd fmla="val 13968"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Outfit"/>
              <a:ea typeface="Outfit"/>
              <a:cs typeface="Outfit"/>
              <a:sym typeface="Outfit"/>
            </a:endParaRPr>
          </a:p>
        </p:txBody>
      </p:sp>
      <p:sp>
        <p:nvSpPr>
          <p:cNvPr id="212" name="Google Shape;212;p20"/>
          <p:cNvSpPr txBox="1"/>
          <p:nvPr>
            <p:ph idx="6" type="subTitle"/>
          </p:nvPr>
        </p:nvSpPr>
        <p:spPr>
          <a:xfrm>
            <a:off x="284798" y="282900"/>
            <a:ext cx="1207200" cy="368100"/>
          </a:xfrm>
          <a:prstGeom prst="rect">
            <a:avLst/>
          </a:prstGeom>
        </p:spPr>
        <p:txBody>
          <a:bodyPr anchorCtr="0" anchor="ctr" bIns="0" lIns="0" spcFirstLastPara="1" rIns="0" wrap="square" tIns="0">
            <a:noAutofit/>
          </a:bodyPr>
          <a:lstStyle>
            <a:lvl1pPr lvl="0" algn="ctr">
              <a:lnSpc>
                <a:spcPct val="115000"/>
              </a:lnSpc>
              <a:spcBef>
                <a:spcPts val="0"/>
              </a:spcBef>
              <a:spcAft>
                <a:spcPts val="0"/>
              </a:spcAft>
              <a:buNone/>
              <a:defRPr sz="800"/>
            </a:lvl1pPr>
            <a:lvl2pPr lvl="1" algn="ctr">
              <a:spcBef>
                <a:spcPts val="0"/>
              </a:spcBef>
              <a:spcAft>
                <a:spcPts val="0"/>
              </a:spcAft>
              <a:buSzPts val="800"/>
              <a:buNone/>
              <a:defRPr sz="800"/>
            </a:lvl2pPr>
            <a:lvl3pPr lvl="2" algn="ctr">
              <a:spcBef>
                <a:spcPts val="0"/>
              </a:spcBef>
              <a:spcAft>
                <a:spcPts val="0"/>
              </a:spcAft>
              <a:buSzPts val="800"/>
              <a:buNone/>
              <a:defRPr sz="800"/>
            </a:lvl3pPr>
            <a:lvl4pPr lvl="3" algn="ctr">
              <a:spcBef>
                <a:spcPts val="0"/>
              </a:spcBef>
              <a:spcAft>
                <a:spcPts val="0"/>
              </a:spcAft>
              <a:buSzPts val="800"/>
              <a:buNone/>
              <a:defRPr sz="800"/>
            </a:lvl4pPr>
            <a:lvl5pPr lvl="4" algn="ctr">
              <a:spcBef>
                <a:spcPts val="0"/>
              </a:spcBef>
              <a:spcAft>
                <a:spcPts val="0"/>
              </a:spcAft>
              <a:buSzPts val="800"/>
              <a:buNone/>
              <a:defRPr sz="800"/>
            </a:lvl5pPr>
            <a:lvl6pPr lvl="5" algn="ctr">
              <a:spcBef>
                <a:spcPts val="0"/>
              </a:spcBef>
              <a:spcAft>
                <a:spcPts val="0"/>
              </a:spcAft>
              <a:buSzPts val="800"/>
              <a:buNone/>
              <a:defRPr sz="800"/>
            </a:lvl6pPr>
            <a:lvl7pPr lvl="6" algn="ctr">
              <a:spcBef>
                <a:spcPts val="0"/>
              </a:spcBef>
              <a:spcAft>
                <a:spcPts val="0"/>
              </a:spcAft>
              <a:buSzPts val="800"/>
              <a:buNone/>
              <a:defRPr sz="800"/>
            </a:lvl7pPr>
            <a:lvl8pPr lvl="7" algn="ctr">
              <a:spcBef>
                <a:spcPts val="0"/>
              </a:spcBef>
              <a:spcAft>
                <a:spcPts val="0"/>
              </a:spcAft>
              <a:buSzPts val="800"/>
              <a:buNone/>
              <a:defRPr sz="800"/>
            </a:lvl8pPr>
            <a:lvl9pPr lvl="8" algn="ctr">
              <a:spcBef>
                <a:spcPts val="0"/>
              </a:spcBef>
              <a:spcAft>
                <a:spcPts val="0"/>
              </a:spcAft>
              <a:buSzPts val="800"/>
              <a:buNone/>
              <a:defRPr sz="800"/>
            </a:lvl9pPr>
          </a:lstStyle>
          <a:p/>
        </p:txBody>
      </p:sp>
      <p:sp>
        <p:nvSpPr>
          <p:cNvPr id="213" name="Google Shape;213;p20"/>
          <p:cNvSpPr/>
          <p:nvPr>
            <p:ph idx="7" type="pic"/>
          </p:nvPr>
        </p:nvSpPr>
        <p:spPr>
          <a:xfrm>
            <a:off x="2561025" y="389125"/>
            <a:ext cx="1957500" cy="2025300"/>
          </a:xfrm>
          <a:prstGeom prst="roundRect">
            <a:avLst>
              <a:gd fmla="val 7835" name="adj"/>
            </a:avLst>
          </a:prstGeom>
          <a:noFill/>
          <a:ln>
            <a:noFill/>
          </a:ln>
        </p:spPr>
      </p:sp>
      <p:sp>
        <p:nvSpPr>
          <p:cNvPr id="214" name="Google Shape;214;p20"/>
          <p:cNvSpPr txBox="1"/>
          <p:nvPr>
            <p:ph idx="8" type="subTitle"/>
          </p:nvPr>
        </p:nvSpPr>
        <p:spPr>
          <a:xfrm>
            <a:off x="1731400" y="4750800"/>
            <a:ext cx="1340700" cy="1032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600"/>
            </a:lvl1pPr>
            <a:lvl2pPr lvl="1">
              <a:spcBef>
                <a:spcPts val="0"/>
              </a:spcBef>
              <a:spcAft>
                <a:spcPts val="0"/>
              </a:spcAft>
              <a:buClr>
                <a:schemeClr val="lt1"/>
              </a:buClr>
              <a:buSzPts val="600"/>
              <a:buNone/>
              <a:defRPr sz="600"/>
            </a:lvl2pPr>
            <a:lvl3pPr lvl="2">
              <a:spcBef>
                <a:spcPts val="0"/>
              </a:spcBef>
              <a:spcAft>
                <a:spcPts val="0"/>
              </a:spcAft>
              <a:buClr>
                <a:schemeClr val="lt1"/>
              </a:buClr>
              <a:buSzPts val="600"/>
              <a:buNone/>
              <a:defRPr sz="600"/>
            </a:lvl3pPr>
            <a:lvl4pPr lvl="3">
              <a:spcBef>
                <a:spcPts val="0"/>
              </a:spcBef>
              <a:spcAft>
                <a:spcPts val="0"/>
              </a:spcAft>
              <a:buClr>
                <a:schemeClr val="lt1"/>
              </a:buClr>
              <a:buSzPts val="600"/>
              <a:buNone/>
              <a:defRPr sz="600"/>
            </a:lvl4pPr>
            <a:lvl5pPr lvl="4">
              <a:spcBef>
                <a:spcPts val="0"/>
              </a:spcBef>
              <a:spcAft>
                <a:spcPts val="0"/>
              </a:spcAft>
              <a:buClr>
                <a:schemeClr val="lt1"/>
              </a:buClr>
              <a:buSzPts val="600"/>
              <a:buNone/>
              <a:defRPr sz="600"/>
            </a:lvl5pPr>
            <a:lvl6pPr lvl="5">
              <a:spcBef>
                <a:spcPts val="0"/>
              </a:spcBef>
              <a:spcAft>
                <a:spcPts val="0"/>
              </a:spcAft>
              <a:buClr>
                <a:schemeClr val="lt1"/>
              </a:buClr>
              <a:buSzPts val="600"/>
              <a:buNone/>
              <a:defRPr sz="600"/>
            </a:lvl6pPr>
            <a:lvl7pPr lvl="6">
              <a:spcBef>
                <a:spcPts val="0"/>
              </a:spcBef>
              <a:spcAft>
                <a:spcPts val="0"/>
              </a:spcAft>
              <a:buClr>
                <a:schemeClr val="lt1"/>
              </a:buClr>
              <a:buSzPts val="600"/>
              <a:buNone/>
              <a:defRPr sz="600"/>
            </a:lvl7pPr>
            <a:lvl8pPr lvl="7">
              <a:spcBef>
                <a:spcPts val="0"/>
              </a:spcBef>
              <a:spcAft>
                <a:spcPts val="0"/>
              </a:spcAft>
              <a:buClr>
                <a:schemeClr val="lt1"/>
              </a:buClr>
              <a:buSzPts val="600"/>
              <a:buNone/>
              <a:defRPr sz="600"/>
            </a:lvl8pPr>
            <a:lvl9pPr lvl="8">
              <a:spcBef>
                <a:spcPts val="0"/>
              </a:spcBef>
              <a:spcAft>
                <a:spcPts val="0"/>
              </a:spcAft>
              <a:buClr>
                <a:schemeClr val="lt1"/>
              </a:buClr>
              <a:buSzPts val="600"/>
              <a:buNone/>
              <a:defRPr sz="600"/>
            </a:lvl9pPr>
          </a:lstStyle>
          <a:p/>
        </p:txBody>
      </p:sp>
      <p:sp>
        <p:nvSpPr>
          <p:cNvPr id="215" name="Google Shape;215;p20"/>
          <p:cNvSpPr txBox="1"/>
          <p:nvPr>
            <p:ph idx="9" type="subTitle"/>
          </p:nvPr>
        </p:nvSpPr>
        <p:spPr>
          <a:xfrm>
            <a:off x="7518500" y="4750800"/>
            <a:ext cx="1340700" cy="103200"/>
          </a:xfrm>
          <a:prstGeom prst="rect">
            <a:avLst/>
          </a:prstGeom>
        </p:spPr>
        <p:txBody>
          <a:bodyPr anchorCtr="0" anchor="t" bIns="0" lIns="0" spcFirstLastPara="1" rIns="0" wrap="square" tIns="0">
            <a:noAutofit/>
          </a:bodyPr>
          <a:lstStyle>
            <a:lvl1pPr lvl="0" algn="r">
              <a:lnSpc>
                <a:spcPct val="115000"/>
              </a:lnSpc>
              <a:spcBef>
                <a:spcPts val="0"/>
              </a:spcBef>
              <a:spcAft>
                <a:spcPts val="0"/>
              </a:spcAft>
              <a:buNone/>
              <a:defRPr sz="600"/>
            </a:lvl1pPr>
            <a:lvl2pPr lvl="1" algn="r">
              <a:spcBef>
                <a:spcPts val="0"/>
              </a:spcBef>
              <a:spcAft>
                <a:spcPts val="0"/>
              </a:spcAft>
              <a:buClr>
                <a:schemeClr val="lt1"/>
              </a:buClr>
              <a:buSzPts val="600"/>
              <a:buNone/>
              <a:defRPr sz="600"/>
            </a:lvl2pPr>
            <a:lvl3pPr lvl="2" algn="r">
              <a:spcBef>
                <a:spcPts val="0"/>
              </a:spcBef>
              <a:spcAft>
                <a:spcPts val="0"/>
              </a:spcAft>
              <a:buClr>
                <a:schemeClr val="lt1"/>
              </a:buClr>
              <a:buSzPts val="600"/>
              <a:buNone/>
              <a:defRPr sz="600"/>
            </a:lvl3pPr>
            <a:lvl4pPr lvl="3" algn="r">
              <a:spcBef>
                <a:spcPts val="0"/>
              </a:spcBef>
              <a:spcAft>
                <a:spcPts val="0"/>
              </a:spcAft>
              <a:buClr>
                <a:schemeClr val="lt1"/>
              </a:buClr>
              <a:buSzPts val="600"/>
              <a:buNone/>
              <a:defRPr sz="600"/>
            </a:lvl4pPr>
            <a:lvl5pPr lvl="4" algn="r">
              <a:spcBef>
                <a:spcPts val="0"/>
              </a:spcBef>
              <a:spcAft>
                <a:spcPts val="0"/>
              </a:spcAft>
              <a:buClr>
                <a:schemeClr val="lt1"/>
              </a:buClr>
              <a:buSzPts val="600"/>
              <a:buNone/>
              <a:defRPr sz="600"/>
            </a:lvl5pPr>
            <a:lvl6pPr lvl="5" algn="r">
              <a:spcBef>
                <a:spcPts val="0"/>
              </a:spcBef>
              <a:spcAft>
                <a:spcPts val="0"/>
              </a:spcAft>
              <a:buClr>
                <a:schemeClr val="lt1"/>
              </a:buClr>
              <a:buSzPts val="600"/>
              <a:buNone/>
              <a:defRPr sz="600"/>
            </a:lvl6pPr>
            <a:lvl7pPr lvl="6" algn="r">
              <a:spcBef>
                <a:spcPts val="0"/>
              </a:spcBef>
              <a:spcAft>
                <a:spcPts val="0"/>
              </a:spcAft>
              <a:buClr>
                <a:schemeClr val="lt1"/>
              </a:buClr>
              <a:buSzPts val="600"/>
              <a:buNone/>
              <a:defRPr sz="600"/>
            </a:lvl7pPr>
            <a:lvl8pPr lvl="7" algn="r">
              <a:spcBef>
                <a:spcPts val="0"/>
              </a:spcBef>
              <a:spcAft>
                <a:spcPts val="0"/>
              </a:spcAft>
              <a:buClr>
                <a:schemeClr val="lt1"/>
              </a:buClr>
              <a:buSzPts val="600"/>
              <a:buNone/>
              <a:defRPr sz="600"/>
            </a:lvl8pPr>
            <a:lvl9pPr lvl="8" algn="r">
              <a:spcBef>
                <a:spcPts val="0"/>
              </a:spcBef>
              <a:spcAft>
                <a:spcPts val="0"/>
              </a:spcAft>
              <a:buClr>
                <a:schemeClr val="lt1"/>
              </a:buClr>
              <a:buSzPts val="600"/>
              <a:buNone/>
              <a:defRPr sz="6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x big ideas">
  <p:cSld name="CUSTOM_7">
    <p:spTree>
      <p:nvGrpSpPr>
        <p:cNvPr id="216" name="Shape 216"/>
        <p:cNvGrpSpPr/>
        <p:nvPr/>
      </p:nvGrpSpPr>
      <p:grpSpPr>
        <a:xfrm>
          <a:off x="0" y="0"/>
          <a:ext cx="0" cy="0"/>
          <a:chOff x="0" y="0"/>
          <a:chExt cx="0" cy="0"/>
        </a:xfrm>
      </p:grpSpPr>
      <p:sp>
        <p:nvSpPr>
          <p:cNvPr id="217" name="Google Shape;217;p21"/>
          <p:cNvSpPr txBox="1"/>
          <p:nvPr>
            <p:ph idx="1" type="body"/>
          </p:nvPr>
        </p:nvSpPr>
        <p:spPr>
          <a:xfrm>
            <a:off x="284775" y="1727100"/>
            <a:ext cx="2787300" cy="1677900"/>
          </a:xfrm>
          <a:prstGeom prst="rect">
            <a:avLst/>
          </a:prstGeom>
        </p:spPr>
        <p:txBody>
          <a:bodyPr anchorCtr="0" anchor="b" bIns="182875" lIns="164575" spcFirstLastPara="1" rIns="182875"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18" name="Google Shape;218;p21"/>
          <p:cNvSpPr txBox="1"/>
          <p:nvPr>
            <p:ph type="title"/>
          </p:nvPr>
        </p:nvSpPr>
        <p:spPr>
          <a:xfrm>
            <a:off x="284775" y="282900"/>
            <a:ext cx="3512100" cy="9963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219" name="Google Shape;219;p21"/>
          <p:cNvSpPr txBox="1"/>
          <p:nvPr>
            <p:ph idx="2" type="title"/>
          </p:nvPr>
        </p:nvSpPr>
        <p:spPr>
          <a:xfrm>
            <a:off x="3178325" y="1279200"/>
            <a:ext cx="2787300" cy="409500"/>
          </a:xfrm>
          <a:prstGeom prst="rect">
            <a:avLst/>
          </a:prstGeom>
        </p:spPr>
        <p:txBody>
          <a:bodyPr anchorCtr="0" anchor="t" bIns="0" lIns="164575" spcFirstLastPara="1" rIns="91425" wrap="square" tIns="164575">
            <a:spAutoFit/>
          </a:bodyPr>
          <a:lstStyle>
            <a:lvl1pPr lvl="0">
              <a:spcBef>
                <a:spcPts val="0"/>
              </a:spcBef>
              <a:spcAft>
                <a:spcPts val="0"/>
              </a:spcAft>
              <a:buNone/>
              <a:defRPr sz="1200">
                <a:latin typeface="Outfit SemiBold"/>
                <a:ea typeface="Outfit SemiBold"/>
                <a:cs typeface="Outfit SemiBold"/>
                <a:sym typeface="Outfit SemiBold"/>
              </a:defRPr>
            </a:lvl1pPr>
            <a:lvl2pPr lvl="1">
              <a:lnSpc>
                <a:spcPct val="115000"/>
              </a:lnSpc>
              <a:spcBef>
                <a:spcPts val="0"/>
              </a:spcBef>
              <a:spcAft>
                <a:spcPts val="0"/>
              </a:spcAft>
              <a:buNone/>
              <a:defRPr b="1" sz="1200">
                <a:solidFill>
                  <a:schemeClr val="lt2"/>
                </a:solidFill>
              </a:defRPr>
            </a:lvl2pPr>
            <a:lvl3pPr lvl="2">
              <a:lnSpc>
                <a:spcPct val="115000"/>
              </a:lnSpc>
              <a:spcBef>
                <a:spcPts val="0"/>
              </a:spcBef>
              <a:spcAft>
                <a:spcPts val="0"/>
              </a:spcAft>
              <a:buNone/>
              <a:defRPr b="1" sz="1200">
                <a:solidFill>
                  <a:schemeClr val="lt2"/>
                </a:solidFill>
              </a:defRPr>
            </a:lvl3pPr>
            <a:lvl4pPr lvl="3">
              <a:lnSpc>
                <a:spcPct val="115000"/>
              </a:lnSpc>
              <a:spcBef>
                <a:spcPts val="0"/>
              </a:spcBef>
              <a:spcAft>
                <a:spcPts val="0"/>
              </a:spcAft>
              <a:buNone/>
              <a:defRPr b="1" sz="1200">
                <a:solidFill>
                  <a:schemeClr val="lt2"/>
                </a:solidFill>
              </a:defRPr>
            </a:lvl4pPr>
            <a:lvl5pPr lvl="4">
              <a:lnSpc>
                <a:spcPct val="115000"/>
              </a:lnSpc>
              <a:spcBef>
                <a:spcPts val="0"/>
              </a:spcBef>
              <a:spcAft>
                <a:spcPts val="0"/>
              </a:spcAft>
              <a:buNone/>
              <a:defRPr b="1" sz="1200">
                <a:solidFill>
                  <a:schemeClr val="lt2"/>
                </a:solidFill>
              </a:defRPr>
            </a:lvl5pPr>
            <a:lvl6pPr lvl="5">
              <a:lnSpc>
                <a:spcPct val="115000"/>
              </a:lnSpc>
              <a:spcBef>
                <a:spcPts val="0"/>
              </a:spcBef>
              <a:spcAft>
                <a:spcPts val="0"/>
              </a:spcAft>
              <a:buNone/>
              <a:defRPr b="1" sz="1200">
                <a:solidFill>
                  <a:schemeClr val="lt2"/>
                </a:solidFill>
              </a:defRPr>
            </a:lvl6pPr>
            <a:lvl7pPr lvl="6">
              <a:lnSpc>
                <a:spcPct val="115000"/>
              </a:lnSpc>
              <a:spcBef>
                <a:spcPts val="0"/>
              </a:spcBef>
              <a:spcAft>
                <a:spcPts val="0"/>
              </a:spcAft>
              <a:buNone/>
              <a:defRPr b="1" sz="1200">
                <a:solidFill>
                  <a:schemeClr val="lt2"/>
                </a:solidFill>
              </a:defRPr>
            </a:lvl7pPr>
            <a:lvl8pPr lvl="7">
              <a:lnSpc>
                <a:spcPct val="115000"/>
              </a:lnSpc>
              <a:spcBef>
                <a:spcPts val="0"/>
              </a:spcBef>
              <a:spcAft>
                <a:spcPts val="0"/>
              </a:spcAft>
              <a:buNone/>
              <a:defRPr b="1" sz="1200">
                <a:solidFill>
                  <a:schemeClr val="lt2"/>
                </a:solidFill>
              </a:defRPr>
            </a:lvl8pPr>
            <a:lvl9pPr lvl="8">
              <a:lnSpc>
                <a:spcPct val="115000"/>
              </a:lnSpc>
              <a:spcBef>
                <a:spcPts val="0"/>
              </a:spcBef>
              <a:spcAft>
                <a:spcPts val="0"/>
              </a:spcAft>
              <a:buNone/>
              <a:defRPr b="1" sz="1200">
                <a:solidFill>
                  <a:schemeClr val="lt2"/>
                </a:solidFill>
              </a:defRPr>
            </a:lvl9pPr>
          </a:lstStyle>
          <a:p/>
        </p:txBody>
      </p:sp>
      <p:sp>
        <p:nvSpPr>
          <p:cNvPr id="220" name="Google Shape;220;p21"/>
          <p:cNvSpPr txBox="1"/>
          <p:nvPr>
            <p:ph idx="3" type="title"/>
          </p:nvPr>
        </p:nvSpPr>
        <p:spPr>
          <a:xfrm>
            <a:off x="3178325" y="3007800"/>
            <a:ext cx="2787300" cy="409500"/>
          </a:xfrm>
          <a:prstGeom prst="rect">
            <a:avLst/>
          </a:prstGeom>
        </p:spPr>
        <p:txBody>
          <a:bodyPr anchorCtr="0" anchor="t" bIns="0" lIns="164575" spcFirstLastPara="1" rIns="91425" wrap="square" tIns="164575">
            <a:spAutoFit/>
          </a:bodyPr>
          <a:lstStyle>
            <a:lvl1pPr lvl="0">
              <a:spcBef>
                <a:spcPts val="0"/>
              </a:spcBef>
              <a:spcAft>
                <a:spcPts val="0"/>
              </a:spcAft>
              <a:buNone/>
              <a:defRPr sz="1200">
                <a:latin typeface="Outfit SemiBold"/>
                <a:ea typeface="Outfit SemiBold"/>
                <a:cs typeface="Outfit SemiBold"/>
                <a:sym typeface="Outfit SemiBold"/>
              </a:defRPr>
            </a:lvl1pPr>
            <a:lvl2pPr lvl="1">
              <a:lnSpc>
                <a:spcPct val="115000"/>
              </a:lnSpc>
              <a:spcBef>
                <a:spcPts val="0"/>
              </a:spcBef>
              <a:spcAft>
                <a:spcPts val="0"/>
              </a:spcAft>
              <a:buNone/>
              <a:defRPr b="1" sz="1200"/>
            </a:lvl2pPr>
            <a:lvl3pPr lvl="2">
              <a:lnSpc>
                <a:spcPct val="115000"/>
              </a:lnSpc>
              <a:spcBef>
                <a:spcPts val="0"/>
              </a:spcBef>
              <a:spcAft>
                <a:spcPts val="0"/>
              </a:spcAft>
              <a:buNone/>
              <a:defRPr b="1" sz="1200"/>
            </a:lvl3pPr>
            <a:lvl4pPr lvl="3">
              <a:lnSpc>
                <a:spcPct val="115000"/>
              </a:lnSpc>
              <a:spcBef>
                <a:spcPts val="0"/>
              </a:spcBef>
              <a:spcAft>
                <a:spcPts val="0"/>
              </a:spcAft>
              <a:buNone/>
              <a:defRPr b="1" sz="1200"/>
            </a:lvl4pPr>
            <a:lvl5pPr lvl="4">
              <a:lnSpc>
                <a:spcPct val="115000"/>
              </a:lnSpc>
              <a:spcBef>
                <a:spcPts val="0"/>
              </a:spcBef>
              <a:spcAft>
                <a:spcPts val="0"/>
              </a:spcAft>
              <a:buNone/>
              <a:defRPr b="1" sz="1200"/>
            </a:lvl5pPr>
            <a:lvl6pPr lvl="5">
              <a:lnSpc>
                <a:spcPct val="115000"/>
              </a:lnSpc>
              <a:spcBef>
                <a:spcPts val="0"/>
              </a:spcBef>
              <a:spcAft>
                <a:spcPts val="0"/>
              </a:spcAft>
              <a:buNone/>
              <a:defRPr b="1" sz="1200"/>
            </a:lvl6pPr>
            <a:lvl7pPr lvl="6">
              <a:lnSpc>
                <a:spcPct val="115000"/>
              </a:lnSpc>
              <a:spcBef>
                <a:spcPts val="0"/>
              </a:spcBef>
              <a:spcAft>
                <a:spcPts val="0"/>
              </a:spcAft>
              <a:buNone/>
              <a:defRPr b="1" sz="1200"/>
            </a:lvl7pPr>
            <a:lvl8pPr lvl="7">
              <a:lnSpc>
                <a:spcPct val="115000"/>
              </a:lnSpc>
              <a:spcBef>
                <a:spcPts val="0"/>
              </a:spcBef>
              <a:spcAft>
                <a:spcPts val="0"/>
              </a:spcAft>
              <a:buNone/>
              <a:defRPr b="1" sz="1200"/>
            </a:lvl8pPr>
            <a:lvl9pPr lvl="8">
              <a:lnSpc>
                <a:spcPct val="115000"/>
              </a:lnSpc>
              <a:spcBef>
                <a:spcPts val="0"/>
              </a:spcBef>
              <a:spcAft>
                <a:spcPts val="0"/>
              </a:spcAft>
              <a:buNone/>
              <a:defRPr b="1" sz="1200"/>
            </a:lvl9pPr>
          </a:lstStyle>
          <a:p/>
        </p:txBody>
      </p:sp>
      <p:sp>
        <p:nvSpPr>
          <p:cNvPr id="221" name="Google Shape;221;p21"/>
          <p:cNvSpPr txBox="1"/>
          <p:nvPr>
            <p:ph idx="4" type="title"/>
          </p:nvPr>
        </p:nvSpPr>
        <p:spPr>
          <a:xfrm>
            <a:off x="6071875" y="1279200"/>
            <a:ext cx="2787300" cy="409500"/>
          </a:xfrm>
          <a:prstGeom prst="rect">
            <a:avLst/>
          </a:prstGeom>
        </p:spPr>
        <p:txBody>
          <a:bodyPr anchorCtr="0" anchor="t" bIns="0" lIns="164575" spcFirstLastPara="1" rIns="91425" wrap="square" tIns="164575">
            <a:spAutoFit/>
          </a:bodyPr>
          <a:lstStyle>
            <a:lvl1pPr lvl="0">
              <a:spcBef>
                <a:spcPts val="0"/>
              </a:spcBef>
              <a:spcAft>
                <a:spcPts val="0"/>
              </a:spcAft>
              <a:buNone/>
              <a:defRPr sz="1200">
                <a:latin typeface="Outfit SemiBold"/>
                <a:ea typeface="Outfit SemiBold"/>
                <a:cs typeface="Outfit SemiBold"/>
                <a:sym typeface="Outfit SemiBold"/>
              </a:defRPr>
            </a:lvl1pPr>
            <a:lvl2pPr lvl="1">
              <a:lnSpc>
                <a:spcPct val="115000"/>
              </a:lnSpc>
              <a:spcBef>
                <a:spcPts val="0"/>
              </a:spcBef>
              <a:spcAft>
                <a:spcPts val="0"/>
              </a:spcAft>
              <a:buNone/>
              <a:defRPr b="1" sz="1200">
                <a:solidFill>
                  <a:schemeClr val="lt2"/>
                </a:solidFill>
              </a:defRPr>
            </a:lvl2pPr>
            <a:lvl3pPr lvl="2">
              <a:lnSpc>
                <a:spcPct val="115000"/>
              </a:lnSpc>
              <a:spcBef>
                <a:spcPts val="0"/>
              </a:spcBef>
              <a:spcAft>
                <a:spcPts val="0"/>
              </a:spcAft>
              <a:buNone/>
              <a:defRPr b="1" sz="1200">
                <a:solidFill>
                  <a:schemeClr val="lt2"/>
                </a:solidFill>
              </a:defRPr>
            </a:lvl3pPr>
            <a:lvl4pPr lvl="3">
              <a:lnSpc>
                <a:spcPct val="115000"/>
              </a:lnSpc>
              <a:spcBef>
                <a:spcPts val="0"/>
              </a:spcBef>
              <a:spcAft>
                <a:spcPts val="0"/>
              </a:spcAft>
              <a:buNone/>
              <a:defRPr b="1" sz="1200">
                <a:solidFill>
                  <a:schemeClr val="lt2"/>
                </a:solidFill>
              </a:defRPr>
            </a:lvl4pPr>
            <a:lvl5pPr lvl="4">
              <a:lnSpc>
                <a:spcPct val="115000"/>
              </a:lnSpc>
              <a:spcBef>
                <a:spcPts val="0"/>
              </a:spcBef>
              <a:spcAft>
                <a:spcPts val="0"/>
              </a:spcAft>
              <a:buNone/>
              <a:defRPr b="1" sz="1200">
                <a:solidFill>
                  <a:schemeClr val="lt2"/>
                </a:solidFill>
              </a:defRPr>
            </a:lvl5pPr>
            <a:lvl6pPr lvl="5">
              <a:lnSpc>
                <a:spcPct val="115000"/>
              </a:lnSpc>
              <a:spcBef>
                <a:spcPts val="0"/>
              </a:spcBef>
              <a:spcAft>
                <a:spcPts val="0"/>
              </a:spcAft>
              <a:buNone/>
              <a:defRPr b="1" sz="1200">
                <a:solidFill>
                  <a:schemeClr val="lt2"/>
                </a:solidFill>
              </a:defRPr>
            </a:lvl6pPr>
            <a:lvl7pPr lvl="6">
              <a:lnSpc>
                <a:spcPct val="115000"/>
              </a:lnSpc>
              <a:spcBef>
                <a:spcPts val="0"/>
              </a:spcBef>
              <a:spcAft>
                <a:spcPts val="0"/>
              </a:spcAft>
              <a:buNone/>
              <a:defRPr b="1" sz="1200">
                <a:solidFill>
                  <a:schemeClr val="lt2"/>
                </a:solidFill>
              </a:defRPr>
            </a:lvl7pPr>
            <a:lvl8pPr lvl="7">
              <a:lnSpc>
                <a:spcPct val="115000"/>
              </a:lnSpc>
              <a:spcBef>
                <a:spcPts val="0"/>
              </a:spcBef>
              <a:spcAft>
                <a:spcPts val="0"/>
              </a:spcAft>
              <a:buNone/>
              <a:defRPr b="1" sz="1200">
                <a:solidFill>
                  <a:schemeClr val="lt2"/>
                </a:solidFill>
              </a:defRPr>
            </a:lvl8pPr>
            <a:lvl9pPr lvl="8">
              <a:lnSpc>
                <a:spcPct val="115000"/>
              </a:lnSpc>
              <a:spcBef>
                <a:spcPts val="0"/>
              </a:spcBef>
              <a:spcAft>
                <a:spcPts val="0"/>
              </a:spcAft>
              <a:buNone/>
              <a:defRPr b="1" sz="1200">
                <a:solidFill>
                  <a:schemeClr val="lt2"/>
                </a:solidFill>
              </a:defRPr>
            </a:lvl9pPr>
          </a:lstStyle>
          <a:p/>
        </p:txBody>
      </p:sp>
      <p:sp>
        <p:nvSpPr>
          <p:cNvPr id="222" name="Google Shape;222;p21"/>
          <p:cNvSpPr txBox="1"/>
          <p:nvPr>
            <p:ph idx="5" type="title"/>
          </p:nvPr>
        </p:nvSpPr>
        <p:spPr>
          <a:xfrm>
            <a:off x="6071875" y="3007800"/>
            <a:ext cx="2787300" cy="409500"/>
          </a:xfrm>
          <a:prstGeom prst="rect">
            <a:avLst/>
          </a:prstGeom>
        </p:spPr>
        <p:txBody>
          <a:bodyPr anchorCtr="0" anchor="t" bIns="0" lIns="164575" spcFirstLastPara="1" rIns="91425" wrap="square" tIns="164575">
            <a:spAutoFit/>
          </a:bodyPr>
          <a:lstStyle>
            <a:lvl1pPr lvl="0">
              <a:spcBef>
                <a:spcPts val="0"/>
              </a:spcBef>
              <a:spcAft>
                <a:spcPts val="0"/>
              </a:spcAft>
              <a:buNone/>
              <a:defRPr sz="1200">
                <a:latin typeface="Outfit SemiBold"/>
                <a:ea typeface="Outfit SemiBold"/>
                <a:cs typeface="Outfit SemiBold"/>
                <a:sym typeface="Outfit SemiBold"/>
              </a:defRPr>
            </a:lvl1pPr>
            <a:lvl2pPr lvl="1">
              <a:lnSpc>
                <a:spcPct val="115000"/>
              </a:lnSpc>
              <a:spcBef>
                <a:spcPts val="0"/>
              </a:spcBef>
              <a:spcAft>
                <a:spcPts val="0"/>
              </a:spcAft>
              <a:buNone/>
              <a:defRPr b="1" sz="1200">
                <a:solidFill>
                  <a:schemeClr val="lt2"/>
                </a:solidFill>
              </a:defRPr>
            </a:lvl2pPr>
            <a:lvl3pPr lvl="2">
              <a:lnSpc>
                <a:spcPct val="115000"/>
              </a:lnSpc>
              <a:spcBef>
                <a:spcPts val="0"/>
              </a:spcBef>
              <a:spcAft>
                <a:spcPts val="0"/>
              </a:spcAft>
              <a:buNone/>
              <a:defRPr b="1" sz="1200">
                <a:solidFill>
                  <a:schemeClr val="lt2"/>
                </a:solidFill>
              </a:defRPr>
            </a:lvl3pPr>
            <a:lvl4pPr lvl="3">
              <a:lnSpc>
                <a:spcPct val="115000"/>
              </a:lnSpc>
              <a:spcBef>
                <a:spcPts val="0"/>
              </a:spcBef>
              <a:spcAft>
                <a:spcPts val="0"/>
              </a:spcAft>
              <a:buNone/>
              <a:defRPr b="1" sz="1200">
                <a:solidFill>
                  <a:schemeClr val="lt2"/>
                </a:solidFill>
              </a:defRPr>
            </a:lvl4pPr>
            <a:lvl5pPr lvl="4">
              <a:lnSpc>
                <a:spcPct val="115000"/>
              </a:lnSpc>
              <a:spcBef>
                <a:spcPts val="0"/>
              </a:spcBef>
              <a:spcAft>
                <a:spcPts val="0"/>
              </a:spcAft>
              <a:buNone/>
              <a:defRPr b="1" sz="1200">
                <a:solidFill>
                  <a:schemeClr val="lt2"/>
                </a:solidFill>
              </a:defRPr>
            </a:lvl5pPr>
            <a:lvl6pPr lvl="5">
              <a:lnSpc>
                <a:spcPct val="115000"/>
              </a:lnSpc>
              <a:spcBef>
                <a:spcPts val="0"/>
              </a:spcBef>
              <a:spcAft>
                <a:spcPts val="0"/>
              </a:spcAft>
              <a:buNone/>
              <a:defRPr b="1" sz="1200">
                <a:solidFill>
                  <a:schemeClr val="lt2"/>
                </a:solidFill>
              </a:defRPr>
            </a:lvl6pPr>
            <a:lvl7pPr lvl="6">
              <a:lnSpc>
                <a:spcPct val="115000"/>
              </a:lnSpc>
              <a:spcBef>
                <a:spcPts val="0"/>
              </a:spcBef>
              <a:spcAft>
                <a:spcPts val="0"/>
              </a:spcAft>
              <a:buNone/>
              <a:defRPr b="1" sz="1200">
                <a:solidFill>
                  <a:schemeClr val="lt2"/>
                </a:solidFill>
              </a:defRPr>
            </a:lvl7pPr>
            <a:lvl8pPr lvl="7">
              <a:lnSpc>
                <a:spcPct val="115000"/>
              </a:lnSpc>
              <a:spcBef>
                <a:spcPts val="0"/>
              </a:spcBef>
              <a:spcAft>
                <a:spcPts val="0"/>
              </a:spcAft>
              <a:buNone/>
              <a:defRPr b="1" sz="1200">
                <a:solidFill>
                  <a:schemeClr val="lt2"/>
                </a:solidFill>
              </a:defRPr>
            </a:lvl8pPr>
            <a:lvl9pPr lvl="8">
              <a:lnSpc>
                <a:spcPct val="115000"/>
              </a:lnSpc>
              <a:spcBef>
                <a:spcPts val="0"/>
              </a:spcBef>
              <a:spcAft>
                <a:spcPts val="0"/>
              </a:spcAft>
              <a:buNone/>
              <a:defRPr b="1" sz="1200">
                <a:solidFill>
                  <a:schemeClr val="lt2"/>
                </a:solidFill>
              </a:defRPr>
            </a:lvl9pPr>
          </a:lstStyle>
          <a:p/>
        </p:txBody>
      </p:sp>
      <p:sp>
        <p:nvSpPr>
          <p:cNvPr id="223" name="Google Shape;223;p21"/>
          <p:cNvSpPr txBox="1"/>
          <p:nvPr>
            <p:ph idx="6" type="title"/>
          </p:nvPr>
        </p:nvSpPr>
        <p:spPr>
          <a:xfrm>
            <a:off x="284775" y="3511650"/>
            <a:ext cx="2787300" cy="409500"/>
          </a:xfrm>
          <a:prstGeom prst="rect">
            <a:avLst/>
          </a:prstGeom>
        </p:spPr>
        <p:txBody>
          <a:bodyPr anchorCtr="0" anchor="t" bIns="0" lIns="164575" spcFirstLastPara="1" rIns="91425" wrap="square" tIns="164575">
            <a:spAutoFit/>
          </a:bodyPr>
          <a:lstStyle>
            <a:lvl1pPr lvl="0">
              <a:spcBef>
                <a:spcPts val="0"/>
              </a:spcBef>
              <a:spcAft>
                <a:spcPts val="0"/>
              </a:spcAft>
              <a:buNone/>
              <a:defRPr sz="1200">
                <a:latin typeface="Outfit SemiBold"/>
                <a:ea typeface="Outfit SemiBold"/>
                <a:cs typeface="Outfit SemiBold"/>
                <a:sym typeface="Outfit SemiBold"/>
              </a:defRPr>
            </a:lvl1pPr>
            <a:lvl2pPr lvl="1">
              <a:lnSpc>
                <a:spcPct val="115000"/>
              </a:lnSpc>
              <a:spcBef>
                <a:spcPts val="0"/>
              </a:spcBef>
              <a:spcAft>
                <a:spcPts val="0"/>
              </a:spcAft>
              <a:buNone/>
              <a:defRPr b="1" sz="1200"/>
            </a:lvl2pPr>
            <a:lvl3pPr lvl="2">
              <a:lnSpc>
                <a:spcPct val="115000"/>
              </a:lnSpc>
              <a:spcBef>
                <a:spcPts val="0"/>
              </a:spcBef>
              <a:spcAft>
                <a:spcPts val="0"/>
              </a:spcAft>
              <a:buNone/>
              <a:defRPr b="1" sz="1200"/>
            </a:lvl3pPr>
            <a:lvl4pPr lvl="3">
              <a:lnSpc>
                <a:spcPct val="115000"/>
              </a:lnSpc>
              <a:spcBef>
                <a:spcPts val="0"/>
              </a:spcBef>
              <a:spcAft>
                <a:spcPts val="0"/>
              </a:spcAft>
              <a:buNone/>
              <a:defRPr b="1" sz="1200"/>
            </a:lvl4pPr>
            <a:lvl5pPr lvl="4">
              <a:lnSpc>
                <a:spcPct val="115000"/>
              </a:lnSpc>
              <a:spcBef>
                <a:spcPts val="0"/>
              </a:spcBef>
              <a:spcAft>
                <a:spcPts val="0"/>
              </a:spcAft>
              <a:buNone/>
              <a:defRPr b="1" sz="1200"/>
            </a:lvl5pPr>
            <a:lvl6pPr lvl="5">
              <a:lnSpc>
                <a:spcPct val="115000"/>
              </a:lnSpc>
              <a:spcBef>
                <a:spcPts val="0"/>
              </a:spcBef>
              <a:spcAft>
                <a:spcPts val="0"/>
              </a:spcAft>
              <a:buNone/>
              <a:defRPr b="1" sz="1200"/>
            </a:lvl6pPr>
            <a:lvl7pPr lvl="6">
              <a:lnSpc>
                <a:spcPct val="115000"/>
              </a:lnSpc>
              <a:spcBef>
                <a:spcPts val="0"/>
              </a:spcBef>
              <a:spcAft>
                <a:spcPts val="0"/>
              </a:spcAft>
              <a:buNone/>
              <a:defRPr b="1" sz="1200"/>
            </a:lvl7pPr>
            <a:lvl8pPr lvl="7">
              <a:lnSpc>
                <a:spcPct val="115000"/>
              </a:lnSpc>
              <a:spcBef>
                <a:spcPts val="0"/>
              </a:spcBef>
              <a:spcAft>
                <a:spcPts val="0"/>
              </a:spcAft>
              <a:buNone/>
              <a:defRPr b="1" sz="1200"/>
            </a:lvl8pPr>
            <a:lvl9pPr lvl="8">
              <a:lnSpc>
                <a:spcPct val="115000"/>
              </a:lnSpc>
              <a:spcBef>
                <a:spcPts val="0"/>
              </a:spcBef>
              <a:spcAft>
                <a:spcPts val="0"/>
              </a:spcAft>
              <a:buNone/>
              <a:defRPr b="1" sz="1200"/>
            </a:lvl9pPr>
          </a:lstStyle>
          <a:p/>
        </p:txBody>
      </p:sp>
      <p:sp>
        <p:nvSpPr>
          <p:cNvPr id="224" name="Google Shape;224;p21"/>
          <p:cNvSpPr txBox="1"/>
          <p:nvPr>
            <p:ph idx="7" type="subTitle"/>
          </p:nvPr>
        </p:nvSpPr>
        <p:spPr>
          <a:xfrm>
            <a:off x="1731400" y="4750800"/>
            <a:ext cx="1340700" cy="1032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600"/>
            </a:lvl1pPr>
            <a:lvl2pPr lvl="1">
              <a:spcBef>
                <a:spcPts val="0"/>
              </a:spcBef>
              <a:spcAft>
                <a:spcPts val="0"/>
              </a:spcAft>
              <a:buClr>
                <a:schemeClr val="lt1"/>
              </a:buClr>
              <a:buSzPts val="600"/>
              <a:buNone/>
              <a:defRPr sz="600"/>
            </a:lvl2pPr>
            <a:lvl3pPr lvl="2">
              <a:spcBef>
                <a:spcPts val="0"/>
              </a:spcBef>
              <a:spcAft>
                <a:spcPts val="0"/>
              </a:spcAft>
              <a:buClr>
                <a:schemeClr val="lt1"/>
              </a:buClr>
              <a:buSzPts val="600"/>
              <a:buNone/>
              <a:defRPr sz="600"/>
            </a:lvl3pPr>
            <a:lvl4pPr lvl="3">
              <a:spcBef>
                <a:spcPts val="0"/>
              </a:spcBef>
              <a:spcAft>
                <a:spcPts val="0"/>
              </a:spcAft>
              <a:buClr>
                <a:schemeClr val="lt1"/>
              </a:buClr>
              <a:buSzPts val="600"/>
              <a:buNone/>
              <a:defRPr sz="600"/>
            </a:lvl4pPr>
            <a:lvl5pPr lvl="4">
              <a:spcBef>
                <a:spcPts val="0"/>
              </a:spcBef>
              <a:spcAft>
                <a:spcPts val="0"/>
              </a:spcAft>
              <a:buClr>
                <a:schemeClr val="lt1"/>
              </a:buClr>
              <a:buSzPts val="600"/>
              <a:buNone/>
              <a:defRPr sz="600"/>
            </a:lvl5pPr>
            <a:lvl6pPr lvl="5">
              <a:spcBef>
                <a:spcPts val="0"/>
              </a:spcBef>
              <a:spcAft>
                <a:spcPts val="0"/>
              </a:spcAft>
              <a:buClr>
                <a:schemeClr val="lt1"/>
              </a:buClr>
              <a:buSzPts val="600"/>
              <a:buNone/>
              <a:defRPr sz="600"/>
            </a:lvl6pPr>
            <a:lvl7pPr lvl="6">
              <a:spcBef>
                <a:spcPts val="0"/>
              </a:spcBef>
              <a:spcAft>
                <a:spcPts val="0"/>
              </a:spcAft>
              <a:buClr>
                <a:schemeClr val="lt1"/>
              </a:buClr>
              <a:buSzPts val="600"/>
              <a:buNone/>
              <a:defRPr sz="600"/>
            </a:lvl7pPr>
            <a:lvl8pPr lvl="7">
              <a:spcBef>
                <a:spcPts val="0"/>
              </a:spcBef>
              <a:spcAft>
                <a:spcPts val="0"/>
              </a:spcAft>
              <a:buClr>
                <a:schemeClr val="lt1"/>
              </a:buClr>
              <a:buSzPts val="600"/>
              <a:buNone/>
              <a:defRPr sz="600"/>
            </a:lvl8pPr>
            <a:lvl9pPr lvl="8">
              <a:spcBef>
                <a:spcPts val="0"/>
              </a:spcBef>
              <a:spcAft>
                <a:spcPts val="0"/>
              </a:spcAft>
              <a:buClr>
                <a:schemeClr val="lt1"/>
              </a:buClr>
              <a:buSzPts val="600"/>
              <a:buNone/>
              <a:defRPr sz="600"/>
            </a:lvl9pPr>
          </a:lstStyle>
          <a:p/>
        </p:txBody>
      </p:sp>
      <p:sp>
        <p:nvSpPr>
          <p:cNvPr id="225" name="Google Shape;225;p21"/>
          <p:cNvSpPr txBox="1"/>
          <p:nvPr>
            <p:ph idx="8" type="subTitle"/>
          </p:nvPr>
        </p:nvSpPr>
        <p:spPr>
          <a:xfrm>
            <a:off x="7518500" y="4750800"/>
            <a:ext cx="1340700" cy="103200"/>
          </a:xfrm>
          <a:prstGeom prst="rect">
            <a:avLst/>
          </a:prstGeom>
        </p:spPr>
        <p:txBody>
          <a:bodyPr anchorCtr="0" anchor="t" bIns="0" lIns="0" spcFirstLastPara="1" rIns="0" wrap="square" tIns="0">
            <a:noAutofit/>
          </a:bodyPr>
          <a:lstStyle>
            <a:lvl1pPr lvl="0" algn="r">
              <a:lnSpc>
                <a:spcPct val="115000"/>
              </a:lnSpc>
              <a:spcBef>
                <a:spcPts val="0"/>
              </a:spcBef>
              <a:spcAft>
                <a:spcPts val="0"/>
              </a:spcAft>
              <a:buNone/>
              <a:defRPr sz="600"/>
            </a:lvl1pPr>
            <a:lvl2pPr lvl="1" algn="r">
              <a:spcBef>
                <a:spcPts val="0"/>
              </a:spcBef>
              <a:spcAft>
                <a:spcPts val="0"/>
              </a:spcAft>
              <a:buClr>
                <a:schemeClr val="lt1"/>
              </a:buClr>
              <a:buSzPts val="600"/>
              <a:buNone/>
              <a:defRPr sz="600"/>
            </a:lvl2pPr>
            <a:lvl3pPr lvl="2" algn="r">
              <a:spcBef>
                <a:spcPts val="0"/>
              </a:spcBef>
              <a:spcAft>
                <a:spcPts val="0"/>
              </a:spcAft>
              <a:buClr>
                <a:schemeClr val="lt1"/>
              </a:buClr>
              <a:buSzPts val="600"/>
              <a:buNone/>
              <a:defRPr sz="600"/>
            </a:lvl3pPr>
            <a:lvl4pPr lvl="3" algn="r">
              <a:spcBef>
                <a:spcPts val="0"/>
              </a:spcBef>
              <a:spcAft>
                <a:spcPts val="0"/>
              </a:spcAft>
              <a:buClr>
                <a:schemeClr val="lt1"/>
              </a:buClr>
              <a:buSzPts val="600"/>
              <a:buNone/>
              <a:defRPr sz="600"/>
            </a:lvl4pPr>
            <a:lvl5pPr lvl="4" algn="r">
              <a:spcBef>
                <a:spcPts val="0"/>
              </a:spcBef>
              <a:spcAft>
                <a:spcPts val="0"/>
              </a:spcAft>
              <a:buClr>
                <a:schemeClr val="lt1"/>
              </a:buClr>
              <a:buSzPts val="600"/>
              <a:buNone/>
              <a:defRPr sz="600"/>
            </a:lvl5pPr>
            <a:lvl6pPr lvl="5" algn="r">
              <a:spcBef>
                <a:spcPts val="0"/>
              </a:spcBef>
              <a:spcAft>
                <a:spcPts val="0"/>
              </a:spcAft>
              <a:buClr>
                <a:schemeClr val="lt1"/>
              </a:buClr>
              <a:buSzPts val="600"/>
              <a:buNone/>
              <a:defRPr sz="600"/>
            </a:lvl6pPr>
            <a:lvl7pPr lvl="6" algn="r">
              <a:spcBef>
                <a:spcPts val="0"/>
              </a:spcBef>
              <a:spcAft>
                <a:spcPts val="0"/>
              </a:spcAft>
              <a:buClr>
                <a:schemeClr val="lt1"/>
              </a:buClr>
              <a:buSzPts val="600"/>
              <a:buNone/>
              <a:defRPr sz="600"/>
            </a:lvl7pPr>
            <a:lvl8pPr lvl="7" algn="r">
              <a:spcBef>
                <a:spcPts val="0"/>
              </a:spcBef>
              <a:spcAft>
                <a:spcPts val="0"/>
              </a:spcAft>
              <a:buClr>
                <a:schemeClr val="lt1"/>
              </a:buClr>
              <a:buSzPts val="600"/>
              <a:buNone/>
              <a:defRPr sz="600"/>
            </a:lvl8pPr>
            <a:lvl9pPr lvl="8" algn="r">
              <a:spcBef>
                <a:spcPts val="0"/>
              </a:spcBef>
              <a:spcAft>
                <a:spcPts val="0"/>
              </a:spcAft>
              <a:buClr>
                <a:schemeClr val="lt1"/>
              </a:buClr>
              <a:buSzPts val="600"/>
              <a:buNone/>
              <a:defRPr sz="600"/>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x big ideas - Alt 1">
  <p:cSld name="CUSTOM_8">
    <p:spTree>
      <p:nvGrpSpPr>
        <p:cNvPr id="226" name="Shape 226"/>
        <p:cNvGrpSpPr/>
        <p:nvPr/>
      </p:nvGrpSpPr>
      <p:grpSpPr>
        <a:xfrm>
          <a:off x="0" y="0"/>
          <a:ext cx="0" cy="0"/>
          <a:chOff x="0" y="0"/>
          <a:chExt cx="0" cy="0"/>
        </a:xfrm>
      </p:grpSpPr>
      <p:sp>
        <p:nvSpPr>
          <p:cNvPr id="227" name="Google Shape;227;p22"/>
          <p:cNvSpPr txBox="1"/>
          <p:nvPr>
            <p:ph idx="1" type="body"/>
          </p:nvPr>
        </p:nvSpPr>
        <p:spPr>
          <a:xfrm>
            <a:off x="1731400" y="1357250"/>
            <a:ext cx="2064000" cy="1677900"/>
          </a:xfrm>
          <a:prstGeom prst="rect">
            <a:avLst/>
          </a:prstGeom>
        </p:spPr>
        <p:txBody>
          <a:bodyPr anchorCtr="0" anchor="b" bIns="182875" lIns="164575" spcFirstLastPara="1" rIns="182875"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28" name="Google Shape;228;p22"/>
          <p:cNvSpPr txBox="1"/>
          <p:nvPr>
            <p:ph idx="2" type="subTitle"/>
          </p:nvPr>
        </p:nvSpPr>
        <p:spPr>
          <a:xfrm>
            <a:off x="284798" y="282900"/>
            <a:ext cx="1207200" cy="368100"/>
          </a:xfrm>
          <a:prstGeom prst="rect">
            <a:avLst/>
          </a:prstGeom>
        </p:spPr>
        <p:txBody>
          <a:bodyPr anchorCtr="0" anchor="ctr" bIns="0" lIns="0" spcFirstLastPara="1" rIns="0" wrap="square" tIns="0">
            <a:noAutofit/>
          </a:bodyPr>
          <a:lstStyle>
            <a:lvl1pPr lvl="0" algn="ctr">
              <a:lnSpc>
                <a:spcPct val="115000"/>
              </a:lnSpc>
              <a:spcBef>
                <a:spcPts val="0"/>
              </a:spcBef>
              <a:spcAft>
                <a:spcPts val="0"/>
              </a:spcAft>
              <a:buNone/>
              <a:defRPr sz="800"/>
            </a:lvl1pPr>
            <a:lvl2pPr lvl="1" algn="ctr">
              <a:spcBef>
                <a:spcPts val="0"/>
              </a:spcBef>
              <a:spcAft>
                <a:spcPts val="0"/>
              </a:spcAft>
              <a:buClr>
                <a:schemeClr val="lt1"/>
              </a:buClr>
              <a:buSzPts val="800"/>
              <a:buNone/>
              <a:defRPr sz="800"/>
            </a:lvl2pPr>
            <a:lvl3pPr lvl="2" algn="ctr">
              <a:spcBef>
                <a:spcPts val="0"/>
              </a:spcBef>
              <a:spcAft>
                <a:spcPts val="0"/>
              </a:spcAft>
              <a:buClr>
                <a:schemeClr val="lt1"/>
              </a:buClr>
              <a:buSzPts val="800"/>
              <a:buNone/>
              <a:defRPr sz="800"/>
            </a:lvl3pPr>
            <a:lvl4pPr lvl="3" algn="ctr">
              <a:spcBef>
                <a:spcPts val="0"/>
              </a:spcBef>
              <a:spcAft>
                <a:spcPts val="0"/>
              </a:spcAft>
              <a:buClr>
                <a:schemeClr val="lt1"/>
              </a:buClr>
              <a:buSzPts val="800"/>
              <a:buNone/>
              <a:defRPr sz="800"/>
            </a:lvl4pPr>
            <a:lvl5pPr lvl="4" algn="ctr">
              <a:spcBef>
                <a:spcPts val="0"/>
              </a:spcBef>
              <a:spcAft>
                <a:spcPts val="0"/>
              </a:spcAft>
              <a:buClr>
                <a:schemeClr val="lt1"/>
              </a:buClr>
              <a:buSzPts val="800"/>
              <a:buNone/>
              <a:defRPr sz="800"/>
            </a:lvl5pPr>
            <a:lvl6pPr lvl="5" algn="ctr">
              <a:spcBef>
                <a:spcPts val="0"/>
              </a:spcBef>
              <a:spcAft>
                <a:spcPts val="0"/>
              </a:spcAft>
              <a:buClr>
                <a:schemeClr val="lt1"/>
              </a:buClr>
              <a:buSzPts val="800"/>
              <a:buNone/>
              <a:defRPr sz="800"/>
            </a:lvl6pPr>
            <a:lvl7pPr lvl="6" algn="ctr">
              <a:spcBef>
                <a:spcPts val="0"/>
              </a:spcBef>
              <a:spcAft>
                <a:spcPts val="0"/>
              </a:spcAft>
              <a:buClr>
                <a:schemeClr val="lt1"/>
              </a:buClr>
              <a:buSzPts val="800"/>
              <a:buNone/>
              <a:defRPr sz="800"/>
            </a:lvl7pPr>
            <a:lvl8pPr lvl="7" algn="ctr">
              <a:spcBef>
                <a:spcPts val="0"/>
              </a:spcBef>
              <a:spcAft>
                <a:spcPts val="0"/>
              </a:spcAft>
              <a:buClr>
                <a:schemeClr val="lt1"/>
              </a:buClr>
              <a:buSzPts val="800"/>
              <a:buNone/>
              <a:defRPr sz="800"/>
            </a:lvl8pPr>
            <a:lvl9pPr lvl="8" algn="ctr">
              <a:spcBef>
                <a:spcPts val="0"/>
              </a:spcBef>
              <a:spcAft>
                <a:spcPts val="0"/>
              </a:spcAft>
              <a:buClr>
                <a:schemeClr val="lt1"/>
              </a:buClr>
              <a:buSzPts val="800"/>
              <a:buNone/>
              <a:defRPr sz="800"/>
            </a:lvl9pPr>
          </a:lstStyle>
          <a:p/>
        </p:txBody>
      </p:sp>
      <p:sp>
        <p:nvSpPr>
          <p:cNvPr id="229" name="Google Shape;229;p22"/>
          <p:cNvSpPr txBox="1"/>
          <p:nvPr>
            <p:ph type="title"/>
          </p:nvPr>
        </p:nvSpPr>
        <p:spPr>
          <a:xfrm>
            <a:off x="3901625" y="389475"/>
            <a:ext cx="2787300" cy="409500"/>
          </a:xfrm>
          <a:prstGeom prst="rect">
            <a:avLst/>
          </a:prstGeom>
        </p:spPr>
        <p:txBody>
          <a:bodyPr anchorCtr="0" anchor="t" bIns="0" lIns="164575" spcFirstLastPara="1" rIns="91425" wrap="square" tIns="164575">
            <a:spAutoFit/>
          </a:bodyPr>
          <a:lstStyle>
            <a:lvl1pPr lvl="0">
              <a:spcBef>
                <a:spcPts val="0"/>
              </a:spcBef>
              <a:spcAft>
                <a:spcPts val="0"/>
              </a:spcAft>
              <a:buNone/>
              <a:defRPr sz="1200">
                <a:latin typeface="Outfit SemiBold"/>
                <a:ea typeface="Outfit SemiBold"/>
                <a:cs typeface="Outfit SemiBold"/>
                <a:sym typeface="Outfit SemiBold"/>
              </a:defRPr>
            </a:lvl1pPr>
            <a:lvl2pPr lvl="1">
              <a:lnSpc>
                <a:spcPct val="115000"/>
              </a:lnSpc>
              <a:spcBef>
                <a:spcPts val="0"/>
              </a:spcBef>
              <a:spcAft>
                <a:spcPts val="0"/>
              </a:spcAft>
              <a:buNone/>
              <a:defRPr b="1" sz="1200">
                <a:solidFill>
                  <a:schemeClr val="lt2"/>
                </a:solidFill>
              </a:defRPr>
            </a:lvl2pPr>
            <a:lvl3pPr lvl="2">
              <a:lnSpc>
                <a:spcPct val="115000"/>
              </a:lnSpc>
              <a:spcBef>
                <a:spcPts val="0"/>
              </a:spcBef>
              <a:spcAft>
                <a:spcPts val="0"/>
              </a:spcAft>
              <a:buNone/>
              <a:defRPr b="1" sz="1200">
                <a:solidFill>
                  <a:schemeClr val="lt2"/>
                </a:solidFill>
              </a:defRPr>
            </a:lvl3pPr>
            <a:lvl4pPr lvl="3">
              <a:lnSpc>
                <a:spcPct val="115000"/>
              </a:lnSpc>
              <a:spcBef>
                <a:spcPts val="0"/>
              </a:spcBef>
              <a:spcAft>
                <a:spcPts val="0"/>
              </a:spcAft>
              <a:buNone/>
              <a:defRPr b="1" sz="1200">
                <a:solidFill>
                  <a:schemeClr val="lt2"/>
                </a:solidFill>
              </a:defRPr>
            </a:lvl4pPr>
            <a:lvl5pPr lvl="4">
              <a:lnSpc>
                <a:spcPct val="115000"/>
              </a:lnSpc>
              <a:spcBef>
                <a:spcPts val="0"/>
              </a:spcBef>
              <a:spcAft>
                <a:spcPts val="0"/>
              </a:spcAft>
              <a:buNone/>
              <a:defRPr b="1" sz="1200">
                <a:solidFill>
                  <a:schemeClr val="lt2"/>
                </a:solidFill>
              </a:defRPr>
            </a:lvl5pPr>
            <a:lvl6pPr lvl="5">
              <a:lnSpc>
                <a:spcPct val="115000"/>
              </a:lnSpc>
              <a:spcBef>
                <a:spcPts val="0"/>
              </a:spcBef>
              <a:spcAft>
                <a:spcPts val="0"/>
              </a:spcAft>
              <a:buNone/>
              <a:defRPr b="1" sz="1200">
                <a:solidFill>
                  <a:schemeClr val="lt2"/>
                </a:solidFill>
              </a:defRPr>
            </a:lvl6pPr>
            <a:lvl7pPr lvl="6">
              <a:lnSpc>
                <a:spcPct val="115000"/>
              </a:lnSpc>
              <a:spcBef>
                <a:spcPts val="0"/>
              </a:spcBef>
              <a:spcAft>
                <a:spcPts val="0"/>
              </a:spcAft>
              <a:buNone/>
              <a:defRPr b="1" sz="1200">
                <a:solidFill>
                  <a:schemeClr val="lt2"/>
                </a:solidFill>
              </a:defRPr>
            </a:lvl7pPr>
            <a:lvl8pPr lvl="7">
              <a:lnSpc>
                <a:spcPct val="115000"/>
              </a:lnSpc>
              <a:spcBef>
                <a:spcPts val="0"/>
              </a:spcBef>
              <a:spcAft>
                <a:spcPts val="0"/>
              </a:spcAft>
              <a:buNone/>
              <a:defRPr b="1" sz="1200">
                <a:solidFill>
                  <a:schemeClr val="lt2"/>
                </a:solidFill>
              </a:defRPr>
            </a:lvl8pPr>
            <a:lvl9pPr lvl="8">
              <a:lnSpc>
                <a:spcPct val="115000"/>
              </a:lnSpc>
              <a:spcBef>
                <a:spcPts val="0"/>
              </a:spcBef>
              <a:spcAft>
                <a:spcPts val="0"/>
              </a:spcAft>
              <a:buNone/>
              <a:defRPr b="1" sz="1200">
                <a:solidFill>
                  <a:schemeClr val="lt2"/>
                </a:solidFill>
              </a:defRPr>
            </a:lvl9pPr>
          </a:lstStyle>
          <a:p/>
        </p:txBody>
      </p:sp>
      <p:sp>
        <p:nvSpPr>
          <p:cNvPr id="230" name="Google Shape;230;p22"/>
          <p:cNvSpPr txBox="1"/>
          <p:nvPr>
            <p:ph idx="3" type="title"/>
          </p:nvPr>
        </p:nvSpPr>
        <p:spPr>
          <a:xfrm>
            <a:off x="3901625" y="2625650"/>
            <a:ext cx="3510600" cy="409500"/>
          </a:xfrm>
          <a:prstGeom prst="rect">
            <a:avLst/>
          </a:prstGeom>
        </p:spPr>
        <p:txBody>
          <a:bodyPr anchorCtr="0" anchor="t" bIns="0" lIns="164575" spcFirstLastPara="1" rIns="91425" wrap="square" tIns="164575">
            <a:spAutoFit/>
          </a:bodyPr>
          <a:lstStyle>
            <a:lvl1pPr lvl="0">
              <a:spcBef>
                <a:spcPts val="0"/>
              </a:spcBef>
              <a:spcAft>
                <a:spcPts val="0"/>
              </a:spcAft>
              <a:buNone/>
              <a:defRPr sz="1200">
                <a:latin typeface="Outfit SemiBold"/>
                <a:ea typeface="Outfit SemiBold"/>
                <a:cs typeface="Outfit SemiBold"/>
                <a:sym typeface="Outfit SemiBold"/>
              </a:defRPr>
            </a:lvl1pPr>
            <a:lvl2pPr lvl="1">
              <a:lnSpc>
                <a:spcPct val="115000"/>
              </a:lnSpc>
              <a:spcBef>
                <a:spcPts val="0"/>
              </a:spcBef>
              <a:spcAft>
                <a:spcPts val="0"/>
              </a:spcAft>
              <a:buNone/>
              <a:defRPr b="1" sz="1200">
                <a:solidFill>
                  <a:schemeClr val="lt2"/>
                </a:solidFill>
              </a:defRPr>
            </a:lvl2pPr>
            <a:lvl3pPr lvl="2">
              <a:lnSpc>
                <a:spcPct val="115000"/>
              </a:lnSpc>
              <a:spcBef>
                <a:spcPts val="0"/>
              </a:spcBef>
              <a:spcAft>
                <a:spcPts val="0"/>
              </a:spcAft>
              <a:buNone/>
              <a:defRPr b="1" sz="1200">
                <a:solidFill>
                  <a:schemeClr val="lt2"/>
                </a:solidFill>
              </a:defRPr>
            </a:lvl3pPr>
            <a:lvl4pPr lvl="3">
              <a:lnSpc>
                <a:spcPct val="115000"/>
              </a:lnSpc>
              <a:spcBef>
                <a:spcPts val="0"/>
              </a:spcBef>
              <a:spcAft>
                <a:spcPts val="0"/>
              </a:spcAft>
              <a:buNone/>
              <a:defRPr b="1" sz="1200">
                <a:solidFill>
                  <a:schemeClr val="lt2"/>
                </a:solidFill>
              </a:defRPr>
            </a:lvl4pPr>
            <a:lvl5pPr lvl="4">
              <a:lnSpc>
                <a:spcPct val="115000"/>
              </a:lnSpc>
              <a:spcBef>
                <a:spcPts val="0"/>
              </a:spcBef>
              <a:spcAft>
                <a:spcPts val="0"/>
              </a:spcAft>
              <a:buNone/>
              <a:defRPr b="1" sz="1200">
                <a:solidFill>
                  <a:schemeClr val="lt2"/>
                </a:solidFill>
              </a:defRPr>
            </a:lvl5pPr>
            <a:lvl6pPr lvl="5">
              <a:lnSpc>
                <a:spcPct val="115000"/>
              </a:lnSpc>
              <a:spcBef>
                <a:spcPts val="0"/>
              </a:spcBef>
              <a:spcAft>
                <a:spcPts val="0"/>
              </a:spcAft>
              <a:buNone/>
              <a:defRPr b="1" sz="1200">
                <a:solidFill>
                  <a:schemeClr val="lt2"/>
                </a:solidFill>
              </a:defRPr>
            </a:lvl6pPr>
            <a:lvl7pPr lvl="6">
              <a:lnSpc>
                <a:spcPct val="115000"/>
              </a:lnSpc>
              <a:spcBef>
                <a:spcPts val="0"/>
              </a:spcBef>
              <a:spcAft>
                <a:spcPts val="0"/>
              </a:spcAft>
              <a:buNone/>
              <a:defRPr b="1" sz="1200">
                <a:solidFill>
                  <a:schemeClr val="lt2"/>
                </a:solidFill>
              </a:defRPr>
            </a:lvl7pPr>
            <a:lvl8pPr lvl="7">
              <a:lnSpc>
                <a:spcPct val="115000"/>
              </a:lnSpc>
              <a:spcBef>
                <a:spcPts val="0"/>
              </a:spcBef>
              <a:spcAft>
                <a:spcPts val="0"/>
              </a:spcAft>
              <a:buNone/>
              <a:defRPr b="1" sz="1200">
                <a:solidFill>
                  <a:schemeClr val="lt2"/>
                </a:solidFill>
              </a:defRPr>
            </a:lvl8pPr>
            <a:lvl9pPr lvl="8">
              <a:lnSpc>
                <a:spcPct val="115000"/>
              </a:lnSpc>
              <a:spcBef>
                <a:spcPts val="0"/>
              </a:spcBef>
              <a:spcAft>
                <a:spcPts val="0"/>
              </a:spcAft>
              <a:buNone/>
              <a:defRPr b="1" sz="1200">
                <a:solidFill>
                  <a:schemeClr val="lt2"/>
                </a:solidFill>
              </a:defRPr>
            </a:lvl9pPr>
          </a:lstStyle>
          <a:p/>
        </p:txBody>
      </p:sp>
      <p:sp>
        <p:nvSpPr>
          <p:cNvPr id="231" name="Google Shape;231;p22"/>
          <p:cNvSpPr txBox="1"/>
          <p:nvPr>
            <p:ph idx="4" type="title"/>
          </p:nvPr>
        </p:nvSpPr>
        <p:spPr>
          <a:xfrm>
            <a:off x="1731400" y="3144025"/>
            <a:ext cx="2064000" cy="409500"/>
          </a:xfrm>
          <a:prstGeom prst="rect">
            <a:avLst/>
          </a:prstGeom>
        </p:spPr>
        <p:txBody>
          <a:bodyPr anchorCtr="0" anchor="t" bIns="0" lIns="164575" spcFirstLastPara="1" rIns="91425" wrap="square" tIns="164575">
            <a:spAutoFit/>
          </a:bodyPr>
          <a:lstStyle>
            <a:lvl1pPr lvl="0">
              <a:spcBef>
                <a:spcPts val="0"/>
              </a:spcBef>
              <a:spcAft>
                <a:spcPts val="0"/>
              </a:spcAft>
              <a:buNone/>
              <a:defRPr sz="1200">
                <a:latin typeface="Outfit SemiBold"/>
                <a:ea typeface="Outfit SemiBold"/>
                <a:cs typeface="Outfit SemiBold"/>
                <a:sym typeface="Outfit SemiBold"/>
              </a:defRPr>
            </a:lvl1pPr>
            <a:lvl2pPr lvl="1">
              <a:lnSpc>
                <a:spcPct val="115000"/>
              </a:lnSpc>
              <a:spcBef>
                <a:spcPts val="0"/>
              </a:spcBef>
              <a:spcAft>
                <a:spcPts val="0"/>
              </a:spcAft>
              <a:buNone/>
              <a:defRPr b="1" sz="1200">
                <a:solidFill>
                  <a:schemeClr val="lt2"/>
                </a:solidFill>
              </a:defRPr>
            </a:lvl2pPr>
            <a:lvl3pPr lvl="2">
              <a:lnSpc>
                <a:spcPct val="115000"/>
              </a:lnSpc>
              <a:spcBef>
                <a:spcPts val="0"/>
              </a:spcBef>
              <a:spcAft>
                <a:spcPts val="0"/>
              </a:spcAft>
              <a:buNone/>
              <a:defRPr b="1" sz="1200">
                <a:solidFill>
                  <a:schemeClr val="lt2"/>
                </a:solidFill>
              </a:defRPr>
            </a:lvl3pPr>
            <a:lvl4pPr lvl="3">
              <a:lnSpc>
                <a:spcPct val="115000"/>
              </a:lnSpc>
              <a:spcBef>
                <a:spcPts val="0"/>
              </a:spcBef>
              <a:spcAft>
                <a:spcPts val="0"/>
              </a:spcAft>
              <a:buNone/>
              <a:defRPr b="1" sz="1200">
                <a:solidFill>
                  <a:schemeClr val="lt2"/>
                </a:solidFill>
              </a:defRPr>
            </a:lvl4pPr>
            <a:lvl5pPr lvl="4">
              <a:lnSpc>
                <a:spcPct val="115000"/>
              </a:lnSpc>
              <a:spcBef>
                <a:spcPts val="0"/>
              </a:spcBef>
              <a:spcAft>
                <a:spcPts val="0"/>
              </a:spcAft>
              <a:buNone/>
              <a:defRPr b="1" sz="1200">
                <a:solidFill>
                  <a:schemeClr val="lt2"/>
                </a:solidFill>
              </a:defRPr>
            </a:lvl5pPr>
            <a:lvl6pPr lvl="5">
              <a:lnSpc>
                <a:spcPct val="115000"/>
              </a:lnSpc>
              <a:spcBef>
                <a:spcPts val="0"/>
              </a:spcBef>
              <a:spcAft>
                <a:spcPts val="0"/>
              </a:spcAft>
              <a:buNone/>
              <a:defRPr b="1" sz="1200">
                <a:solidFill>
                  <a:schemeClr val="lt2"/>
                </a:solidFill>
              </a:defRPr>
            </a:lvl6pPr>
            <a:lvl7pPr lvl="6">
              <a:lnSpc>
                <a:spcPct val="115000"/>
              </a:lnSpc>
              <a:spcBef>
                <a:spcPts val="0"/>
              </a:spcBef>
              <a:spcAft>
                <a:spcPts val="0"/>
              </a:spcAft>
              <a:buNone/>
              <a:defRPr b="1" sz="1200">
                <a:solidFill>
                  <a:schemeClr val="lt2"/>
                </a:solidFill>
              </a:defRPr>
            </a:lvl7pPr>
            <a:lvl8pPr lvl="7">
              <a:lnSpc>
                <a:spcPct val="115000"/>
              </a:lnSpc>
              <a:spcBef>
                <a:spcPts val="0"/>
              </a:spcBef>
              <a:spcAft>
                <a:spcPts val="0"/>
              </a:spcAft>
              <a:buNone/>
              <a:defRPr b="1" sz="1200">
                <a:solidFill>
                  <a:schemeClr val="lt2"/>
                </a:solidFill>
              </a:defRPr>
            </a:lvl8pPr>
            <a:lvl9pPr lvl="8">
              <a:lnSpc>
                <a:spcPct val="115000"/>
              </a:lnSpc>
              <a:spcBef>
                <a:spcPts val="0"/>
              </a:spcBef>
              <a:spcAft>
                <a:spcPts val="0"/>
              </a:spcAft>
              <a:buNone/>
              <a:defRPr b="1" sz="1200">
                <a:solidFill>
                  <a:schemeClr val="lt2"/>
                </a:solidFill>
              </a:defRPr>
            </a:lvl9pPr>
          </a:lstStyle>
          <a:p/>
        </p:txBody>
      </p:sp>
      <p:sp>
        <p:nvSpPr>
          <p:cNvPr id="232" name="Google Shape;232;p22"/>
          <p:cNvSpPr txBox="1"/>
          <p:nvPr>
            <p:ph idx="5" type="title"/>
          </p:nvPr>
        </p:nvSpPr>
        <p:spPr>
          <a:xfrm>
            <a:off x="6795150" y="389475"/>
            <a:ext cx="2064000" cy="409500"/>
          </a:xfrm>
          <a:prstGeom prst="rect">
            <a:avLst/>
          </a:prstGeom>
        </p:spPr>
        <p:txBody>
          <a:bodyPr anchorCtr="0" anchor="t" bIns="0" lIns="164575" spcFirstLastPara="1" rIns="91425" wrap="square" tIns="164575">
            <a:spAutoFit/>
          </a:bodyPr>
          <a:lstStyle>
            <a:lvl1pPr lvl="0">
              <a:spcBef>
                <a:spcPts val="0"/>
              </a:spcBef>
              <a:spcAft>
                <a:spcPts val="0"/>
              </a:spcAft>
              <a:buNone/>
              <a:defRPr sz="1200">
                <a:latin typeface="Outfit SemiBold"/>
                <a:ea typeface="Outfit SemiBold"/>
                <a:cs typeface="Outfit SemiBold"/>
                <a:sym typeface="Outfit SemiBold"/>
              </a:defRPr>
            </a:lvl1pPr>
            <a:lvl2pPr lvl="1">
              <a:lnSpc>
                <a:spcPct val="115000"/>
              </a:lnSpc>
              <a:spcBef>
                <a:spcPts val="0"/>
              </a:spcBef>
              <a:spcAft>
                <a:spcPts val="0"/>
              </a:spcAft>
              <a:buNone/>
              <a:defRPr b="1" sz="1200">
                <a:solidFill>
                  <a:schemeClr val="lt2"/>
                </a:solidFill>
              </a:defRPr>
            </a:lvl2pPr>
            <a:lvl3pPr lvl="2">
              <a:lnSpc>
                <a:spcPct val="115000"/>
              </a:lnSpc>
              <a:spcBef>
                <a:spcPts val="0"/>
              </a:spcBef>
              <a:spcAft>
                <a:spcPts val="0"/>
              </a:spcAft>
              <a:buNone/>
              <a:defRPr b="1" sz="1200">
                <a:solidFill>
                  <a:schemeClr val="lt2"/>
                </a:solidFill>
              </a:defRPr>
            </a:lvl3pPr>
            <a:lvl4pPr lvl="3">
              <a:lnSpc>
                <a:spcPct val="115000"/>
              </a:lnSpc>
              <a:spcBef>
                <a:spcPts val="0"/>
              </a:spcBef>
              <a:spcAft>
                <a:spcPts val="0"/>
              </a:spcAft>
              <a:buNone/>
              <a:defRPr b="1" sz="1200">
                <a:solidFill>
                  <a:schemeClr val="lt2"/>
                </a:solidFill>
              </a:defRPr>
            </a:lvl4pPr>
            <a:lvl5pPr lvl="4">
              <a:lnSpc>
                <a:spcPct val="115000"/>
              </a:lnSpc>
              <a:spcBef>
                <a:spcPts val="0"/>
              </a:spcBef>
              <a:spcAft>
                <a:spcPts val="0"/>
              </a:spcAft>
              <a:buNone/>
              <a:defRPr b="1" sz="1200">
                <a:solidFill>
                  <a:schemeClr val="lt2"/>
                </a:solidFill>
              </a:defRPr>
            </a:lvl5pPr>
            <a:lvl6pPr lvl="5">
              <a:lnSpc>
                <a:spcPct val="115000"/>
              </a:lnSpc>
              <a:spcBef>
                <a:spcPts val="0"/>
              </a:spcBef>
              <a:spcAft>
                <a:spcPts val="0"/>
              </a:spcAft>
              <a:buNone/>
              <a:defRPr b="1" sz="1200">
                <a:solidFill>
                  <a:schemeClr val="lt2"/>
                </a:solidFill>
              </a:defRPr>
            </a:lvl6pPr>
            <a:lvl7pPr lvl="6">
              <a:lnSpc>
                <a:spcPct val="115000"/>
              </a:lnSpc>
              <a:spcBef>
                <a:spcPts val="0"/>
              </a:spcBef>
              <a:spcAft>
                <a:spcPts val="0"/>
              </a:spcAft>
              <a:buNone/>
              <a:defRPr b="1" sz="1200">
                <a:solidFill>
                  <a:schemeClr val="lt2"/>
                </a:solidFill>
              </a:defRPr>
            </a:lvl7pPr>
            <a:lvl8pPr lvl="7">
              <a:lnSpc>
                <a:spcPct val="115000"/>
              </a:lnSpc>
              <a:spcBef>
                <a:spcPts val="0"/>
              </a:spcBef>
              <a:spcAft>
                <a:spcPts val="0"/>
              </a:spcAft>
              <a:buNone/>
              <a:defRPr b="1" sz="1200">
                <a:solidFill>
                  <a:schemeClr val="lt2"/>
                </a:solidFill>
              </a:defRPr>
            </a:lvl8pPr>
            <a:lvl9pPr lvl="8">
              <a:lnSpc>
                <a:spcPct val="115000"/>
              </a:lnSpc>
              <a:spcBef>
                <a:spcPts val="0"/>
              </a:spcBef>
              <a:spcAft>
                <a:spcPts val="0"/>
              </a:spcAft>
              <a:buNone/>
              <a:defRPr b="1" sz="1200">
                <a:solidFill>
                  <a:schemeClr val="lt2"/>
                </a:solidFill>
              </a:defRPr>
            </a:lvl9pPr>
          </a:lstStyle>
          <a:p/>
        </p:txBody>
      </p:sp>
      <p:sp>
        <p:nvSpPr>
          <p:cNvPr id="233" name="Google Shape;233;p22"/>
          <p:cNvSpPr txBox="1"/>
          <p:nvPr>
            <p:ph idx="6" type="title"/>
          </p:nvPr>
        </p:nvSpPr>
        <p:spPr>
          <a:xfrm>
            <a:off x="7518450" y="2625650"/>
            <a:ext cx="1340700" cy="409500"/>
          </a:xfrm>
          <a:prstGeom prst="rect">
            <a:avLst/>
          </a:prstGeom>
        </p:spPr>
        <p:txBody>
          <a:bodyPr anchorCtr="0" anchor="t" bIns="0" lIns="164575" spcFirstLastPara="1" rIns="91425" wrap="square" tIns="164575">
            <a:spAutoFit/>
          </a:bodyPr>
          <a:lstStyle>
            <a:lvl1pPr lvl="0">
              <a:spcBef>
                <a:spcPts val="0"/>
              </a:spcBef>
              <a:spcAft>
                <a:spcPts val="0"/>
              </a:spcAft>
              <a:buNone/>
              <a:defRPr sz="1200">
                <a:solidFill>
                  <a:schemeClr val="lt2"/>
                </a:solidFill>
                <a:latin typeface="Outfit SemiBold"/>
                <a:ea typeface="Outfit SemiBold"/>
                <a:cs typeface="Outfit SemiBold"/>
                <a:sym typeface="Outfit SemiBold"/>
              </a:defRPr>
            </a:lvl1pPr>
            <a:lvl2pPr lvl="1">
              <a:lnSpc>
                <a:spcPct val="115000"/>
              </a:lnSpc>
              <a:spcBef>
                <a:spcPts val="0"/>
              </a:spcBef>
              <a:spcAft>
                <a:spcPts val="0"/>
              </a:spcAft>
              <a:buNone/>
              <a:defRPr b="1" sz="1200">
                <a:solidFill>
                  <a:schemeClr val="lt2"/>
                </a:solidFill>
              </a:defRPr>
            </a:lvl2pPr>
            <a:lvl3pPr lvl="2">
              <a:lnSpc>
                <a:spcPct val="115000"/>
              </a:lnSpc>
              <a:spcBef>
                <a:spcPts val="0"/>
              </a:spcBef>
              <a:spcAft>
                <a:spcPts val="0"/>
              </a:spcAft>
              <a:buNone/>
              <a:defRPr b="1" sz="1200">
                <a:solidFill>
                  <a:schemeClr val="lt2"/>
                </a:solidFill>
              </a:defRPr>
            </a:lvl3pPr>
            <a:lvl4pPr lvl="3">
              <a:lnSpc>
                <a:spcPct val="115000"/>
              </a:lnSpc>
              <a:spcBef>
                <a:spcPts val="0"/>
              </a:spcBef>
              <a:spcAft>
                <a:spcPts val="0"/>
              </a:spcAft>
              <a:buNone/>
              <a:defRPr b="1" sz="1200">
                <a:solidFill>
                  <a:schemeClr val="lt2"/>
                </a:solidFill>
              </a:defRPr>
            </a:lvl4pPr>
            <a:lvl5pPr lvl="4">
              <a:lnSpc>
                <a:spcPct val="115000"/>
              </a:lnSpc>
              <a:spcBef>
                <a:spcPts val="0"/>
              </a:spcBef>
              <a:spcAft>
                <a:spcPts val="0"/>
              </a:spcAft>
              <a:buNone/>
              <a:defRPr b="1" sz="1200">
                <a:solidFill>
                  <a:schemeClr val="lt2"/>
                </a:solidFill>
              </a:defRPr>
            </a:lvl5pPr>
            <a:lvl6pPr lvl="5">
              <a:lnSpc>
                <a:spcPct val="115000"/>
              </a:lnSpc>
              <a:spcBef>
                <a:spcPts val="0"/>
              </a:spcBef>
              <a:spcAft>
                <a:spcPts val="0"/>
              </a:spcAft>
              <a:buNone/>
              <a:defRPr b="1" sz="1200">
                <a:solidFill>
                  <a:schemeClr val="lt2"/>
                </a:solidFill>
              </a:defRPr>
            </a:lvl6pPr>
            <a:lvl7pPr lvl="6">
              <a:lnSpc>
                <a:spcPct val="115000"/>
              </a:lnSpc>
              <a:spcBef>
                <a:spcPts val="0"/>
              </a:spcBef>
              <a:spcAft>
                <a:spcPts val="0"/>
              </a:spcAft>
              <a:buNone/>
              <a:defRPr b="1" sz="1200">
                <a:solidFill>
                  <a:schemeClr val="lt2"/>
                </a:solidFill>
              </a:defRPr>
            </a:lvl7pPr>
            <a:lvl8pPr lvl="7">
              <a:lnSpc>
                <a:spcPct val="115000"/>
              </a:lnSpc>
              <a:spcBef>
                <a:spcPts val="0"/>
              </a:spcBef>
              <a:spcAft>
                <a:spcPts val="0"/>
              </a:spcAft>
              <a:buNone/>
              <a:defRPr b="1" sz="1200">
                <a:solidFill>
                  <a:schemeClr val="lt2"/>
                </a:solidFill>
              </a:defRPr>
            </a:lvl8pPr>
            <a:lvl9pPr lvl="8">
              <a:lnSpc>
                <a:spcPct val="115000"/>
              </a:lnSpc>
              <a:spcBef>
                <a:spcPts val="0"/>
              </a:spcBef>
              <a:spcAft>
                <a:spcPts val="0"/>
              </a:spcAft>
              <a:buNone/>
              <a:defRPr b="1" sz="1200">
                <a:solidFill>
                  <a:schemeClr val="lt2"/>
                </a:solidFill>
              </a:defRPr>
            </a:lvl9pPr>
          </a:lstStyle>
          <a:p/>
        </p:txBody>
      </p:sp>
      <p:sp>
        <p:nvSpPr>
          <p:cNvPr id="234" name="Google Shape;234;p22"/>
          <p:cNvSpPr txBox="1"/>
          <p:nvPr>
            <p:ph idx="7" type="subTitle"/>
          </p:nvPr>
        </p:nvSpPr>
        <p:spPr>
          <a:xfrm>
            <a:off x="1731400" y="4750800"/>
            <a:ext cx="1340700" cy="1032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600"/>
            </a:lvl1pPr>
            <a:lvl2pPr lvl="1">
              <a:spcBef>
                <a:spcPts val="0"/>
              </a:spcBef>
              <a:spcAft>
                <a:spcPts val="0"/>
              </a:spcAft>
              <a:buClr>
                <a:schemeClr val="lt1"/>
              </a:buClr>
              <a:buSzPts val="600"/>
              <a:buNone/>
              <a:defRPr sz="600"/>
            </a:lvl2pPr>
            <a:lvl3pPr lvl="2">
              <a:spcBef>
                <a:spcPts val="0"/>
              </a:spcBef>
              <a:spcAft>
                <a:spcPts val="0"/>
              </a:spcAft>
              <a:buClr>
                <a:schemeClr val="lt1"/>
              </a:buClr>
              <a:buSzPts val="600"/>
              <a:buNone/>
              <a:defRPr sz="600"/>
            </a:lvl3pPr>
            <a:lvl4pPr lvl="3">
              <a:spcBef>
                <a:spcPts val="0"/>
              </a:spcBef>
              <a:spcAft>
                <a:spcPts val="0"/>
              </a:spcAft>
              <a:buClr>
                <a:schemeClr val="lt1"/>
              </a:buClr>
              <a:buSzPts val="600"/>
              <a:buNone/>
              <a:defRPr sz="600"/>
            </a:lvl4pPr>
            <a:lvl5pPr lvl="4">
              <a:spcBef>
                <a:spcPts val="0"/>
              </a:spcBef>
              <a:spcAft>
                <a:spcPts val="0"/>
              </a:spcAft>
              <a:buClr>
                <a:schemeClr val="lt1"/>
              </a:buClr>
              <a:buSzPts val="600"/>
              <a:buNone/>
              <a:defRPr sz="600"/>
            </a:lvl5pPr>
            <a:lvl6pPr lvl="5">
              <a:spcBef>
                <a:spcPts val="0"/>
              </a:spcBef>
              <a:spcAft>
                <a:spcPts val="0"/>
              </a:spcAft>
              <a:buClr>
                <a:schemeClr val="lt1"/>
              </a:buClr>
              <a:buSzPts val="600"/>
              <a:buNone/>
              <a:defRPr sz="600"/>
            </a:lvl6pPr>
            <a:lvl7pPr lvl="6">
              <a:spcBef>
                <a:spcPts val="0"/>
              </a:spcBef>
              <a:spcAft>
                <a:spcPts val="0"/>
              </a:spcAft>
              <a:buClr>
                <a:schemeClr val="lt1"/>
              </a:buClr>
              <a:buSzPts val="600"/>
              <a:buNone/>
              <a:defRPr sz="600"/>
            </a:lvl7pPr>
            <a:lvl8pPr lvl="7">
              <a:spcBef>
                <a:spcPts val="0"/>
              </a:spcBef>
              <a:spcAft>
                <a:spcPts val="0"/>
              </a:spcAft>
              <a:buClr>
                <a:schemeClr val="lt1"/>
              </a:buClr>
              <a:buSzPts val="600"/>
              <a:buNone/>
              <a:defRPr sz="600"/>
            </a:lvl8pPr>
            <a:lvl9pPr lvl="8">
              <a:spcBef>
                <a:spcPts val="0"/>
              </a:spcBef>
              <a:spcAft>
                <a:spcPts val="0"/>
              </a:spcAft>
              <a:buClr>
                <a:schemeClr val="lt1"/>
              </a:buClr>
              <a:buSzPts val="600"/>
              <a:buNone/>
              <a:defRPr sz="600"/>
            </a:lvl9pPr>
          </a:lstStyle>
          <a:p/>
        </p:txBody>
      </p:sp>
      <p:sp>
        <p:nvSpPr>
          <p:cNvPr id="235" name="Google Shape;235;p22"/>
          <p:cNvSpPr txBox="1"/>
          <p:nvPr>
            <p:ph idx="8" type="subTitle"/>
          </p:nvPr>
        </p:nvSpPr>
        <p:spPr>
          <a:xfrm>
            <a:off x="7518500" y="4750800"/>
            <a:ext cx="1340700" cy="103200"/>
          </a:xfrm>
          <a:prstGeom prst="rect">
            <a:avLst/>
          </a:prstGeom>
        </p:spPr>
        <p:txBody>
          <a:bodyPr anchorCtr="0" anchor="t" bIns="0" lIns="0" spcFirstLastPara="1" rIns="0" wrap="square" tIns="0">
            <a:noAutofit/>
          </a:bodyPr>
          <a:lstStyle>
            <a:lvl1pPr lvl="0" algn="r">
              <a:lnSpc>
                <a:spcPct val="115000"/>
              </a:lnSpc>
              <a:spcBef>
                <a:spcPts val="0"/>
              </a:spcBef>
              <a:spcAft>
                <a:spcPts val="0"/>
              </a:spcAft>
              <a:buNone/>
              <a:defRPr sz="600"/>
            </a:lvl1pPr>
            <a:lvl2pPr lvl="1" algn="r">
              <a:spcBef>
                <a:spcPts val="0"/>
              </a:spcBef>
              <a:spcAft>
                <a:spcPts val="0"/>
              </a:spcAft>
              <a:buClr>
                <a:schemeClr val="lt1"/>
              </a:buClr>
              <a:buSzPts val="600"/>
              <a:buNone/>
              <a:defRPr sz="600"/>
            </a:lvl2pPr>
            <a:lvl3pPr lvl="2" algn="r">
              <a:spcBef>
                <a:spcPts val="0"/>
              </a:spcBef>
              <a:spcAft>
                <a:spcPts val="0"/>
              </a:spcAft>
              <a:buClr>
                <a:schemeClr val="lt1"/>
              </a:buClr>
              <a:buSzPts val="600"/>
              <a:buNone/>
              <a:defRPr sz="600"/>
            </a:lvl3pPr>
            <a:lvl4pPr lvl="3" algn="r">
              <a:spcBef>
                <a:spcPts val="0"/>
              </a:spcBef>
              <a:spcAft>
                <a:spcPts val="0"/>
              </a:spcAft>
              <a:buClr>
                <a:schemeClr val="lt1"/>
              </a:buClr>
              <a:buSzPts val="600"/>
              <a:buNone/>
              <a:defRPr sz="600"/>
            </a:lvl4pPr>
            <a:lvl5pPr lvl="4" algn="r">
              <a:spcBef>
                <a:spcPts val="0"/>
              </a:spcBef>
              <a:spcAft>
                <a:spcPts val="0"/>
              </a:spcAft>
              <a:buClr>
                <a:schemeClr val="lt1"/>
              </a:buClr>
              <a:buSzPts val="600"/>
              <a:buNone/>
              <a:defRPr sz="600"/>
            </a:lvl5pPr>
            <a:lvl6pPr lvl="5" algn="r">
              <a:spcBef>
                <a:spcPts val="0"/>
              </a:spcBef>
              <a:spcAft>
                <a:spcPts val="0"/>
              </a:spcAft>
              <a:buClr>
                <a:schemeClr val="lt1"/>
              </a:buClr>
              <a:buSzPts val="600"/>
              <a:buNone/>
              <a:defRPr sz="600"/>
            </a:lvl6pPr>
            <a:lvl7pPr lvl="6" algn="r">
              <a:spcBef>
                <a:spcPts val="0"/>
              </a:spcBef>
              <a:spcAft>
                <a:spcPts val="0"/>
              </a:spcAft>
              <a:buClr>
                <a:schemeClr val="lt1"/>
              </a:buClr>
              <a:buSzPts val="600"/>
              <a:buNone/>
              <a:defRPr sz="600"/>
            </a:lvl7pPr>
            <a:lvl8pPr lvl="7" algn="r">
              <a:spcBef>
                <a:spcPts val="0"/>
              </a:spcBef>
              <a:spcAft>
                <a:spcPts val="0"/>
              </a:spcAft>
              <a:buClr>
                <a:schemeClr val="lt1"/>
              </a:buClr>
              <a:buSzPts val="600"/>
              <a:buNone/>
              <a:defRPr sz="600"/>
            </a:lvl8pPr>
            <a:lvl9pPr lvl="8" algn="r">
              <a:spcBef>
                <a:spcPts val="0"/>
              </a:spcBef>
              <a:spcAft>
                <a:spcPts val="0"/>
              </a:spcAft>
              <a:buClr>
                <a:schemeClr val="lt1"/>
              </a:buClr>
              <a:buSzPts val="600"/>
              <a:buNone/>
              <a:defRPr sz="600"/>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 Alt 2">
  <p:cSld name="BLANK_1_1_1_1_1_1_1_1_1_1_1_1_1_1_1_1_1_3">
    <p:spTree>
      <p:nvGrpSpPr>
        <p:cNvPr id="236" name="Shape 236"/>
        <p:cNvGrpSpPr/>
        <p:nvPr/>
      </p:nvGrpSpPr>
      <p:grpSpPr>
        <a:xfrm>
          <a:off x="0" y="0"/>
          <a:ext cx="0" cy="0"/>
          <a:chOff x="0" y="0"/>
          <a:chExt cx="0" cy="0"/>
        </a:xfrm>
      </p:grpSpPr>
      <p:sp>
        <p:nvSpPr>
          <p:cNvPr id="237" name="Google Shape;237;p23"/>
          <p:cNvSpPr txBox="1"/>
          <p:nvPr>
            <p:ph idx="1" type="body"/>
          </p:nvPr>
        </p:nvSpPr>
        <p:spPr>
          <a:xfrm>
            <a:off x="1883800" y="2695375"/>
            <a:ext cx="1564500" cy="1273500"/>
          </a:xfrm>
          <a:prstGeom prst="rect">
            <a:avLst/>
          </a:prstGeom>
        </p:spPr>
        <p:txBody>
          <a:bodyPr anchorCtr="0" anchor="t" bIns="0" lIns="0" spcFirstLastPara="1" rIns="0" wrap="square" tIns="0">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238" name="Google Shape;238;p23"/>
          <p:cNvSpPr txBox="1"/>
          <p:nvPr>
            <p:ph idx="2" type="body"/>
          </p:nvPr>
        </p:nvSpPr>
        <p:spPr>
          <a:xfrm>
            <a:off x="3571625" y="2695375"/>
            <a:ext cx="1564500" cy="1273500"/>
          </a:xfrm>
          <a:prstGeom prst="rect">
            <a:avLst/>
          </a:prstGeom>
        </p:spPr>
        <p:txBody>
          <a:bodyPr anchorCtr="0" anchor="t" bIns="0" lIns="0" spcFirstLastPara="1" rIns="91425" wrap="square" tIns="0">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239" name="Google Shape;239;p23"/>
          <p:cNvSpPr txBox="1"/>
          <p:nvPr>
            <p:ph idx="3" type="body"/>
          </p:nvPr>
        </p:nvSpPr>
        <p:spPr>
          <a:xfrm>
            <a:off x="5500650" y="2695375"/>
            <a:ext cx="1564500" cy="1273500"/>
          </a:xfrm>
          <a:prstGeom prst="rect">
            <a:avLst/>
          </a:prstGeom>
        </p:spPr>
        <p:txBody>
          <a:bodyPr anchorCtr="0" anchor="t" bIns="0" lIns="0" spcFirstLastPara="1" rIns="0" wrap="square" tIns="0">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240" name="Google Shape;240;p23"/>
          <p:cNvSpPr txBox="1"/>
          <p:nvPr>
            <p:ph idx="4" type="body"/>
          </p:nvPr>
        </p:nvSpPr>
        <p:spPr>
          <a:xfrm>
            <a:off x="7188475" y="2695375"/>
            <a:ext cx="1564500" cy="1273500"/>
          </a:xfrm>
          <a:prstGeom prst="rect">
            <a:avLst/>
          </a:prstGeom>
        </p:spPr>
        <p:txBody>
          <a:bodyPr anchorCtr="0" anchor="t" bIns="0" lIns="0" spcFirstLastPara="1" rIns="91425" wrap="square" tIns="0">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241" name="Google Shape;241;p23"/>
          <p:cNvSpPr txBox="1"/>
          <p:nvPr>
            <p:ph idx="5" type="subTitle"/>
          </p:nvPr>
        </p:nvSpPr>
        <p:spPr>
          <a:xfrm>
            <a:off x="1883800" y="2406325"/>
            <a:ext cx="3207300" cy="1692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1200"/>
              <a:buFont typeface="Outfit"/>
              <a:buNone/>
              <a:defRPr>
                <a:latin typeface="Outfit"/>
                <a:ea typeface="Outfit"/>
                <a:cs typeface="Outfit"/>
                <a:sym typeface="Outfit"/>
              </a:defRPr>
            </a:lvl1pPr>
            <a:lvl2pPr lvl="1">
              <a:lnSpc>
                <a:spcPct val="90000"/>
              </a:lnSpc>
              <a:spcBef>
                <a:spcPts val="0"/>
              </a:spcBef>
              <a:spcAft>
                <a:spcPts val="0"/>
              </a:spcAft>
              <a:buSzPts val="1200"/>
              <a:buFont typeface="Outfit"/>
              <a:buNone/>
              <a:defRPr>
                <a:latin typeface="Outfit"/>
                <a:ea typeface="Outfit"/>
                <a:cs typeface="Outfit"/>
                <a:sym typeface="Outfit"/>
              </a:defRPr>
            </a:lvl2pPr>
            <a:lvl3pPr lvl="2">
              <a:lnSpc>
                <a:spcPct val="90000"/>
              </a:lnSpc>
              <a:spcBef>
                <a:spcPts val="0"/>
              </a:spcBef>
              <a:spcAft>
                <a:spcPts val="0"/>
              </a:spcAft>
              <a:buSzPts val="1200"/>
              <a:buFont typeface="Outfit"/>
              <a:buNone/>
              <a:defRPr>
                <a:latin typeface="Outfit"/>
                <a:ea typeface="Outfit"/>
                <a:cs typeface="Outfit"/>
                <a:sym typeface="Outfit"/>
              </a:defRPr>
            </a:lvl3pPr>
            <a:lvl4pPr lvl="3">
              <a:lnSpc>
                <a:spcPct val="90000"/>
              </a:lnSpc>
              <a:spcBef>
                <a:spcPts val="0"/>
              </a:spcBef>
              <a:spcAft>
                <a:spcPts val="0"/>
              </a:spcAft>
              <a:buSzPts val="1200"/>
              <a:buFont typeface="Outfit"/>
              <a:buNone/>
              <a:defRPr>
                <a:latin typeface="Outfit"/>
                <a:ea typeface="Outfit"/>
                <a:cs typeface="Outfit"/>
                <a:sym typeface="Outfit"/>
              </a:defRPr>
            </a:lvl4pPr>
            <a:lvl5pPr lvl="4">
              <a:lnSpc>
                <a:spcPct val="90000"/>
              </a:lnSpc>
              <a:spcBef>
                <a:spcPts val="0"/>
              </a:spcBef>
              <a:spcAft>
                <a:spcPts val="0"/>
              </a:spcAft>
              <a:buSzPts val="1200"/>
              <a:buFont typeface="Outfit"/>
              <a:buNone/>
              <a:defRPr>
                <a:latin typeface="Outfit"/>
                <a:ea typeface="Outfit"/>
                <a:cs typeface="Outfit"/>
                <a:sym typeface="Outfit"/>
              </a:defRPr>
            </a:lvl5pPr>
            <a:lvl6pPr lvl="5">
              <a:lnSpc>
                <a:spcPct val="90000"/>
              </a:lnSpc>
              <a:spcBef>
                <a:spcPts val="0"/>
              </a:spcBef>
              <a:spcAft>
                <a:spcPts val="0"/>
              </a:spcAft>
              <a:buSzPts val="1200"/>
              <a:buFont typeface="Outfit"/>
              <a:buNone/>
              <a:defRPr>
                <a:latin typeface="Outfit"/>
                <a:ea typeface="Outfit"/>
                <a:cs typeface="Outfit"/>
                <a:sym typeface="Outfit"/>
              </a:defRPr>
            </a:lvl6pPr>
            <a:lvl7pPr lvl="6">
              <a:lnSpc>
                <a:spcPct val="90000"/>
              </a:lnSpc>
              <a:spcBef>
                <a:spcPts val="0"/>
              </a:spcBef>
              <a:spcAft>
                <a:spcPts val="0"/>
              </a:spcAft>
              <a:buSzPts val="1200"/>
              <a:buFont typeface="Outfit"/>
              <a:buNone/>
              <a:defRPr>
                <a:latin typeface="Outfit"/>
                <a:ea typeface="Outfit"/>
                <a:cs typeface="Outfit"/>
                <a:sym typeface="Outfit"/>
              </a:defRPr>
            </a:lvl7pPr>
            <a:lvl8pPr lvl="7">
              <a:lnSpc>
                <a:spcPct val="90000"/>
              </a:lnSpc>
              <a:spcBef>
                <a:spcPts val="0"/>
              </a:spcBef>
              <a:spcAft>
                <a:spcPts val="0"/>
              </a:spcAft>
              <a:buSzPts val="1200"/>
              <a:buFont typeface="Outfit"/>
              <a:buNone/>
              <a:defRPr>
                <a:latin typeface="Outfit"/>
                <a:ea typeface="Outfit"/>
                <a:cs typeface="Outfit"/>
                <a:sym typeface="Outfit"/>
              </a:defRPr>
            </a:lvl8pPr>
            <a:lvl9pPr lvl="8">
              <a:lnSpc>
                <a:spcPct val="90000"/>
              </a:lnSpc>
              <a:spcBef>
                <a:spcPts val="0"/>
              </a:spcBef>
              <a:spcAft>
                <a:spcPts val="0"/>
              </a:spcAft>
              <a:buSzPts val="1200"/>
              <a:buFont typeface="Outfit"/>
              <a:buNone/>
              <a:defRPr>
                <a:latin typeface="Outfit"/>
                <a:ea typeface="Outfit"/>
                <a:cs typeface="Outfit"/>
                <a:sym typeface="Outfit"/>
              </a:defRPr>
            </a:lvl9pPr>
          </a:lstStyle>
          <a:p/>
        </p:txBody>
      </p:sp>
      <p:sp>
        <p:nvSpPr>
          <p:cNvPr id="242" name="Google Shape;242;p23"/>
          <p:cNvSpPr/>
          <p:nvPr>
            <p:ph idx="6" type="pic"/>
          </p:nvPr>
        </p:nvSpPr>
        <p:spPr>
          <a:xfrm>
            <a:off x="1731400" y="967275"/>
            <a:ext cx="2064000" cy="1273500"/>
          </a:xfrm>
          <a:prstGeom prst="round2DiagRect">
            <a:avLst>
              <a:gd fmla="val 0" name="adj1"/>
              <a:gd fmla="val 16572" name="adj2"/>
            </a:avLst>
          </a:prstGeom>
          <a:noFill/>
          <a:ln>
            <a:noFill/>
          </a:ln>
        </p:spPr>
      </p:sp>
      <p:sp>
        <p:nvSpPr>
          <p:cNvPr id="243" name="Google Shape;243;p23"/>
          <p:cNvSpPr/>
          <p:nvPr>
            <p:ph idx="7" type="pic"/>
          </p:nvPr>
        </p:nvSpPr>
        <p:spPr>
          <a:xfrm>
            <a:off x="5348325" y="967275"/>
            <a:ext cx="2064000" cy="1273500"/>
          </a:xfrm>
          <a:prstGeom prst="round2DiagRect">
            <a:avLst>
              <a:gd fmla="val 0" name="adj1"/>
              <a:gd fmla="val 16572" name="adj2"/>
            </a:avLst>
          </a:prstGeom>
          <a:noFill/>
          <a:ln>
            <a:noFill/>
          </a:ln>
        </p:spPr>
      </p:sp>
      <p:sp>
        <p:nvSpPr>
          <p:cNvPr id="244" name="Google Shape;244;p23"/>
          <p:cNvSpPr txBox="1"/>
          <p:nvPr>
            <p:ph idx="8" type="subTitle"/>
          </p:nvPr>
        </p:nvSpPr>
        <p:spPr>
          <a:xfrm>
            <a:off x="5500650" y="2406325"/>
            <a:ext cx="3207300" cy="1692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lt1"/>
              </a:buClr>
              <a:buSzPts val="1200"/>
              <a:buFont typeface="Outfit"/>
              <a:buNone/>
              <a:defRPr>
                <a:latin typeface="Outfit"/>
                <a:ea typeface="Outfit"/>
                <a:cs typeface="Outfit"/>
                <a:sym typeface="Outfit"/>
              </a:defRPr>
            </a:lvl1pPr>
            <a:lvl2pPr lvl="1">
              <a:lnSpc>
                <a:spcPct val="90000"/>
              </a:lnSpc>
              <a:spcBef>
                <a:spcPts val="0"/>
              </a:spcBef>
              <a:spcAft>
                <a:spcPts val="0"/>
              </a:spcAft>
              <a:buSzPts val="1200"/>
              <a:buFont typeface="Outfit"/>
              <a:buNone/>
              <a:defRPr>
                <a:latin typeface="Outfit"/>
                <a:ea typeface="Outfit"/>
                <a:cs typeface="Outfit"/>
                <a:sym typeface="Outfit"/>
              </a:defRPr>
            </a:lvl2pPr>
            <a:lvl3pPr lvl="2">
              <a:lnSpc>
                <a:spcPct val="90000"/>
              </a:lnSpc>
              <a:spcBef>
                <a:spcPts val="0"/>
              </a:spcBef>
              <a:spcAft>
                <a:spcPts val="0"/>
              </a:spcAft>
              <a:buSzPts val="1200"/>
              <a:buFont typeface="Outfit"/>
              <a:buNone/>
              <a:defRPr>
                <a:latin typeface="Outfit"/>
                <a:ea typeface="Outfit"/>
                <a:cs typeface="Outfit"/>
                <a:sym typeface="Outfit"/>
              </a:defRPr>
            </a:lvl3pPr>
            <a:lvl4pPr lvl="3">
              <a:lnSpc>
                <a:spcPct val="90000"/>
              </a:lnSpc>
              <a:spcBef>
                <a:spcPts val="0"/>
              </a:spcBef>
              <a:spcAft>
                <a:spcPts val="0"/>
              </a:spcAft>
              <a:buSzPts val="1200"/>
              <a:buFont typeface="Outfit"/>
              <a:buNone/>
              <a:defRPr>
                <a:latin typeface="Outfit"/>
                <a:ea typeface="Outfit"/>
                <a:cs typeface="Outfit"/>
                <a:sym typeface="Outfit"/>
              </a:defRPr>
            </a:lvl4pPr>
            <a:lvl5pPr lvl="4">
              <a:lnSpc>
                <a:spcPct val="90000"/>
              </a:lnSpc>
              <a:spcBef>
                <a:spcPts val="0"/>
              </a:spcBef>
              <a:spcAft>
                <a:spcPts val="0"/>
              </a:spcAft>
              <a:buSzPts val="1200"/>
              <a:buFont typeface="Outfit"/>
              <a:buNone/>
              <a:defRPr>
                <a:latin typeface="Outfit"/>
                <a:ea typeface="Outfit"/>
                <a:cs typeface="Outfit"/>
                <a:sym typeface="Outfit"/>
              </a:defRPr>
            </a:lvl5pPr>
            <a:lvl6pPr lvl="5">
              <a:lnSpc>
                <a:spcPct val="90000"/>
              </a:lnSpc>
              <a:spcBef>
                <a:spcPts val="0"/>
              </a:spcBef>
              <a:spcAft>
                <a:spcPts val="0"/>
              </a:spcAft>
              <a:buSzPts val="1200"/>
              <a:buFont typeface="Outfit"/>
              <a:buNone/>
              <a:defRPr>
                <a:latin typeface="Outfit"/>
                <a:ea typeface="Outfit"/>
                <a:cs typeface="Outfit"/>
                <a:sym typeface="Outfit"/>
              </a:defRPr>
            </a:lvl6pPr>
            <a:lvl7pPr lvl="6">
              <a:lnSpc>
                <a:spcPct val="90000"/>
              </a:lnSpc>
              <a:spcBef>
                <a:spcPts val="0"/>
              </a:spcBef>
              <a:spcAft>
                <a:spcPts val="0"/>
              </a:spcAft>
              <a:buSzPts val="1200"/>
              <a:buFont typeface="Outfit"/>
              <a:buNone/>
              <a:defRPr>
                <a:latin typeface="Outfit"/>
                <a:ea typeface="Outfit"/>
                <a:cs typeface="Outfit"/>
                <a:sym typeface="Outfit"/>
              </a:defRPr>
            </a:lvl7pPr>
            <a:lvl8pPr lvl="7">
              <a:lnSpc>
                <a:spcPct val="90000"/>
              </a:lnSpc>
              <a:spcBef>
                <a:spcPts val="0"/>
              </a:spcBef>
              <a:spcAft>
                <a:spcPts val="0"/>
              </a:spcAft>
              <a:buSzPts val="1200"/>
              <a:buFont typeface="Outfit"/>
              <a:buNone/>
              <a:defRPr>
                <a:latin typeface="Outfit"/>
                <a:ea typeface="Outfit"/>
                <a:cs typeface="Outfit"/>
                <a:sym typeface="Outfit"/>
              </a:defRPr>
            </a:lvl8pPr>
            <a:lvl9pPr lvl="8">
              <a:lnSpc>
                <a:spcPct val="90000"/>
              </a:lnSpc>
              <a:spcBef>
                <a:spcPts val="0"/>
              </a:spcBef>
              <a:spcAft>
                <a:spcPts val="0"/>
              </a:spcAft>
              <a:buSzPts val="1200"/>
              <a:buFont typeface="Outfit"/>
              <a:buNone/>
              <a:defRPr>
                <a:latin typeface="Outfit"/>
                <a:ea typeface="Outfit"/>
                <a:cs typeface="Outfit"/>
                <a:sym typeface="Outfit"/>
              </a:defRPr>
            </a:lvl9pPr>
          </a:lstStyle>
          <a:p/>
        </p:txBody>
      </p:sp>
      <p:sp>
        <p:nvSpPr>
          <p:cNvPr id="245" name="Google Shape;245;p23"/>
          <p:cNvSpPr txBox="1"/>
          <p:nvPr>
            <p:ph type="title"/>
          </p:nvPr>
        </p:nvSpPr>
        <p:spPr>
          <a:xfrm>
            <a:off x="284775" y="282900"/>
            <a:ext cx="7851300" cy="4764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246" name="Google Shape;246;p23"/>
          <p:cNvSpPr txBox="1"/>
          <p:nvPr>
            <p:ph idx="9" type="subTitle"/>
          </p:nvPr>
        </p:nvSpPr>
        <p:spPr>
          <a:xfrm>
            <a:off x="1731400" y="4750800"/>
            <a:ext cx="1340700" cy="1032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600"/>
            </a:lvl1pPr>
            <a:lvl2pPr lvl="1">
              <a:spcBef>
                <a:spcPts val="0"/>
              </a:spcBef>
              <a:spcAft>
                <a:spcPts val="0"/>
              </a:spcAft>
              <a:buClr>
                <a:schemeClr val="lt1"/>
              </a:buClr>
              <a:buSzPts val="600"/>
              <a:buNone/>
              <a:defRPr sz="600"/>
            </a:lvl2pPr>
            <a:lvl3pPr lvl="2">
              <a:spcBef>
                <a:spcPts val="0"/>
              </a:spcBef>
              <a:spcAft>
                <a:spcPts val="0"/>
              </a:spcAft>
              <a:buClr>
                <a:schemeClr val="lt1"/>
              </a:buClr>
              <a:buSzPts val="600"/>
              <a:buNone/>
              <a:defRPr sz="600"/>
            </a:lvl3pPr>
            <a:lvl4pPr lvl="3">
              <a:spcBef>
                <a:spcPts val="0"/>
              </a:spcBef>
              <a:spcAft>
                <a:spcPts val="0"/>
              </a:spcAft>
              <a:buClr>
                <a:schemeClr val="lt1"/>
              </a:buClr>
              <a:buSzPts val="600"/>
              <a:buNone/>
              <a:defRPr sz="600"/>
            </a:lvl4pPr>
            <a:lvl5pPr lvl="4">
              <a:spcBef>
                <a:spcPts val="0"/>
              </a:spcBef>
              <a:spcAft>
                <a:spcPts val="0"/>
              </a:spcAft>
              <a:buClr>
                <a:schemeClr val="lt1"/>
              </a:buClr>
              <a:buSzPts val="600"/>
              <a:buNone/>
              <a:defRPr sz="600"/>
            </a:lvl5pPr>
            <a:lvl6pPr lvl="5">
              <a:spcBef>
                <a:spcPts val="0"/>
              </a:spcBef>
              <a:spcAft>
                <a:spcPts val="0"/>
              </a:spcAft>
              <a:buClr>
                <a:schemeClr val="lt1"/>
              </a:buClr>
              <a:buSzPts val="600"/>
              <a:buNone/>
              <a:defRPr sz="600"/>
            </a:lvl6pPr>
            <a:lvl7pPr lvl="6">
              <a:spcBef>
                <a:spcPts val="0"/>
              </a:spcBef>
              <a:spcAft>
                <a:spcPts val="0"/>
              </a:spcAft>
              <a:buClr>
                <a:schemeClr val="lt1"/>
              </a:buClr>
              <a:buSzPts val="600"/>
              <a:buNone/>
              <a:defRPr sz="600"/>
            </a:lvl7pPr>
            <a:lvl8pPr lvl="7">
              <a:spcBef>
                <a:spcPts val="0"/>
              </a:spcBef>
              <a:spcAft>
                <a:spcPts val="0"/>
              </a:spcAft>
              <a:buClr>
                <a:schemeClr val="lt1"/>
              </a:buClr>
              <a:buSzPts val="600"/>
              <a:buNone/>
              <a:defRPr sz="600"/>
            </a:lvl8pPr>
            <a:lvl9pPr lvl="8">
              <a:spcBef>
                <a:spcPts val="0"/>
              </a:spcBef>
              <a:spcAft>
                <a:spcPts val="0"/>
              </a:spcAft>
              <a:buClr>
                <a:schemeClr val="lt1"/>
              </a:buClr>
              <a:buSzPts val="600"/>
              <a:buNone/>
              <a:defRPr sz="600"/>
            </a:lvl9pPr>
          </a:lstStyle>
          <a:p/>
        </p:txBody>
      </p:sp>
      <p:sp>
        <p:nvSpPr>
          <p:cNvPr id="247" name="Google Shape;247;p23"/>
          <p:cNvSpPr txBox="1"/>
          <p:nvPr>
            <p:ph idx="13" type="subTitle"/>
          </p:nvPr>
        </p:nvSpPr>
        <p:spPr>
          <a:xfrm>
            <a:off x="7518500" y="4750800"/>
            <a:ext cx="1340700" cy="103200"/>
          </a:xfrm>
          <a:prstGeom prst="rect">
            <a:avLst/>
          </a:prstGeom>
        </p:spPr>
        <p:txBody>
          <a:bodyPr anchorCtr="0" anchor="t" bIns="0" lIns="0" spcFirstLastPara="1" rIns="0" wrap="square" tIns="0">
            <a:noAutofit/>
          </a:bodyPr>
          <a:lstStyle>
            <a:lvl1pPr lvl="0" algn="r">
              <a:lnSpc>
                <a:spcPct val="115000"/>
              </a:lnSpc>
              <a:spcBef>
                <a:spcPts val="0"/>
              </a:spcBef>
              <a:spcAft>
                <a:spcPts val="0"/>
              </a:spcAft>
              <a:buNone/>
              <a:defRPr sz="600"/>
            </a:lvl1pPr>
            <a:lvl2pPr lvl="1" algn="r">
              <a:spcBef>
                <a:spcPts val="0"/>
              </a:spcBef>
              <a:spcAft>
                <a:spcPts val="0"/>
              </a:spcAft>
              <a:buClr>
                <a:schemeClr val="lt1"/>
              </a:buClr>
              <a:buSzPts val="600"/>
              <a:buNone/>
              <a:defRPr sz="600"/>
            </a:lvl2pPr>
            <a:lvl3pPr lvl="2" algn="r">
              <a:spcBef>
                <a:spcPts val="0"/>
              </a:spcBef>
              <a:spcAft>
                <a:spcPts val="0"/>
              </a:spcAft>
              <a:buClr>
                <a:schemeClr val="lt1"/>
              </a:buClr>
              <a:buSzPts val="600"/>
              <a:buNone/>
              <a:defRPr sz="600"/>
            </a:lvl3pPr>
            <a:lvl4pPr lvl="3" algn="r">
              <a:spcBef>
                <a:spcPts val="0"/>
              </a:spcBef>
              <a:spcAft>
                <a:spcPts val="0"/>
              </a:spcAft>
              <a:buClr>
                <a:schemeClr val="lt1"/>
              </a:buClr>
              <a:buSzPts val="600"/>
              <a:buNone/>
              <a:defRPr sz="600"/>
            </a:lvl4pPr>
            <a:lvl5pPr lvl="4" algn="r">
              <a:spcBef>
                <a:spcPts val="0"/>
              </a:spcBef>
              <a:spcAft>
                <a:spcPts val="0"/>
              </a:spcAft>
              <a:buClr>
                <a:schemeClr val="lt1"/>
              </a:buClr>
              <a:buSzPts val="600"/>
              <a:buNone/>
              <a:defRPr sz="600"/>
            </a:lvl5pPr>
            <a:lvl6pPr lvl="5" algn="r">
              <a:spcBef>
                <a:spcPts val="0"/>
              </a:spcBef>
              <a:spcAft>
                <a:spcPts val="0"/>
              </a:spcAft>
              <a:buClr>
                <a:schemeClr val="lt1"/>
              </a:buClr>
              <a:buSzPts val="600"/>
              <a:buNone/>
              <a:defRPr sz="600"/>
            </a:lvl6pPr>
            <a:lvl7pPr lvl="6" algn="r">
              <a:spcBef>
                <a:spcPts val="0"/>
              </a:spcBef>
              <a:spcAft>
                <a:spcPts val="0"/>
              </a:spcAft>
              <a:buClr>
                <a:schemeClr val="lt1"/>
              </a:buClr>
              <a:buSzPts val="600"/>
              <a:buNone/>
              <a:defRPr sz="600"/>
            </a:lvl7pPr>
            <a:lvl8pPr lvl="7" algn="r">
              <a:spcBef>
                <a:spcPts val="0"/>
              </a:spcBef>
              <a:spcAft>
                <a:spcPts val="0"/>
              </a:spcAft>
              <a:buClr>
                <a:schemeClr val="lt1"/>
              </a:buClr>
              <a:buSzPts val="600"/>
              <a:buNone/>
              <a:defRPr sz="600"/>
            </a:lvl8pPr>
            <a:lvl9pPr lvl="8" algn="r">
              <a:spcBef>
                <a:spcPts val="0"/>
              </a:spcBef>
              <a:spcAft>
                <a:spcPts val="0"/>
              </a:spcAft>
              <a:buClr>
                <a:schemeClr val="lt1"/>
              </a:buClr>
              <a:buSzPts val="600"/>
              <a:buNone/>
              <a:defRPr sz="600"/>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storyboards">
  <p:cSld name="CUSTOM">
    <p:bg>
      <p:bgPr>
        <a:solidFill>
          <a:schemeClr val="lt2"/>
        </a:solidFill>
      </p:bgPr>
    </p:bg>
    <p:spTree>
      <p:nvGrpSpPr>
        <p:cNvPr id="248" name="Shape 248"/>
        <p:cNvGrpSpPr/>
        <p:nvPr/>
      </p:nvGrpSpPr>
      <p:grpSpPr>
        <a:xfrm>
          <a:off x="0" y="0"/>
          <a:ext cx="0" cy="0"/>
          <a:chOff x="0" y="0"/>
          <a:chExt cx="0" cy="0"/>
        </a:xfrm>
      </p:grpSpPr>
      <p:sp>
        <p:nvSpPr>
          <p:cNvPr id="249" name="Google Shape;249;p24"/>
          <p:cNvSpPr txBox="1"/>
          <p:nvPr>
            <p:ph idx="1" type="subTitle"/>
          </p:nvPr>
        </p:nvSpPr>
        <p:spPr>
          <a:xfrm>
            <a:off x="6794975" y="3103750"/>
            <a:ext cx="2064000" cy="530100"/>
          </a:xfrm>
          <a:prstGeom prst="rect">
            <a:avLst/>
          </a:prstGeom>
        </p:spPr>
        <p:txBody>
          <a:bodyPr anchorCtr="0" anchor="t" bIns="182875" lIns="182875" spcFirstLastPara="1" rIns="182875" wrap="square" tIns="182875">
            <a:noAutofit/>
          </a:bodyPr>
          <a:lstStyle>
            <a:lvl1pPr lvl="0">
              <a:lnSpc>
                <a:spcPct val="90000"/>
              </a:lnSpc>
              <a:spcBef>
                <a:spcPts val="0"/>
              </a:spcBef>
              <a:spcAft>
                <a:spcPts val="0"/>
              </a:spcAft>
              <a:buNone/>
              <a:defRPr/>
            </a:lvl1pPr>
            <a:lvl2pPr lvl="1">
              <a:spcBef>
                <a:spcPts val="0"/>
              </a:spcBef>
              <a:spcAft>
                <a:spcPts val="0"/>
              </a:spcAft>
              <a:buClr>
                <a:schemeClr val="lt1"/>
              </a:buClr>
              <a:buSzPts val="1200"/>
              <a:buNone/>
              <a:defRPr/>
            </a:lvl2pPr>
            <a:lvl3pPr lvl="2">
              <a:spcBef>
                <a:spcPts val="0"/>
              </a:spcBef>
              <a:spcAft>
                <a:spcPts val="0"/>
              </a:spcAft>
              <a:buClr>
                <a:schemeClr val="lt1"/>
              </a:buClr>
              <a:buSzPts val="1200"/>
              <a:buNone/>
              <a:defRPr/>
            </a:lvl3pPr>
            <a:lvl4pPr lvl="3">
              <a:spcBef>
                <a:spcPts val="0"/>
              </a:spcBef>
              <a:spcAft>
                <a:spcPts val="0"/>
              </a:spcAft>
              <a:buClr>
                <a:schemeClr val="lt1"/>
              </a:buClr>
              <a:buSzPts val="1200"/>
              <a:buNone/>
              <a:defRPr/>
            </a:lvl4pPr>
            <a:lvl5pPr lvl="4">
              <a:spcBef>
                <a:spcPts val="0"/>
              </a:spcBef>
              <a:spcAft>
                <a:spcPts val="0"/>
              </a:spcAft>
              <a:buClr>
                <a:schemeClr val="lt1"/>
              </a:buClr>
              <a:buSzPts val="1200"/>
              <a:buNone/>
              <a:defRPr/>
            </a:lvl5pPr>
            <a:lvl6pPr lvl="5">
              <a:spcBef>
                <a:spcPts val="0"/>
              </a:spcBef>
              <a:spcAft>
                <a:spcPts val="0"/>
              </a:spcAft>
              <a:buClr>
                <a:schemeClr val="lt1"/>
              </a:buClr>
              <a:buSzPts val="1200"/>
              <a:buNone/>
              <a:defRPr/>
            </a:lvl6pPr>
            <a:lvl7pPr lvl="6">
              <a:spcBef>
                <a:spcPts val="0"/>
              </a:spcBef>
              <a:spcAft>
                <a:spcPts val="0"/>
              </a:spcAft>
              <a:buClr>
                <a:schemeClr val="lt1"/>
              </a:buClr>
              <a:buSzPts val="1200"/>
              <a:buNone/>
              <a:defRPr/>
            </a:lvl7pPr>
            <a:lvl8pPr lvl="7">
              <a:spcBef>
                <a:spcPts val="0"/>
              </a:spcBef>
              <a:spcAft>
                <a:spcPts val="0"/>
              </a:spcAft>
              <a:buClr>
                <a:schemeClr val="lt1"/>
              </a:buClr>
              <a:buSzPts val="1200"/>
              <a:buNone/>
              <a:defRPr/>
            </a:lvl8pPr>
            <a:lvl9pPr lvl="8">
              <a:spcBef>
                <a:spcPts val="0"/>
              </a:spcBef>
              <a:spcAft>
                <a:spcPts val="0"/>
              </a:spcAft>
              <a:buClr>
                <a:schemeClr val="lt1"/>
              </a:buClr>
              <a:buSzPts val="1200"/>
              <a:buNone/>
              <a:defRPr/>
            </a:lvl9pPr>
          </a:lstStyle>
          <a:p/>
        </p:txBody>
      </p:sp>
      <p:sp>
        <p:nvSpPr>
          <p:cNvPr id="250" name="Google Shape;250;p24"/>
          <p:cNvSpPr/>
          <p:nvPr>
            <p:ph idx="2" type="pic"/>
          </p:nvPr>
        </p:nvSpPr>
        <p:spPr>
          <a:xfrm>
            <a:off x="2455025" y="1980250"/>
            <a:ext cx="2064000" cy="1122300"/>
          </a:xfrm>
          <a:prstGeom prst="round2SameRect">
            <a:avLst>
              <a:gd fmla="val 16667" name="adj1"/>
              <a:gd fmla="val 0" name="adj2"/>
            </a:avLst>
          </a:prstGeom>
          <a:noFill/>
          <a:ln>
            <a:noFill/>
          </a:ln>
        </p:spPr>
      </p:sp>
      <p:sp>
        <p:nvSpPr>
          <p:cNvPr id="251" name="Google Shape;251;p24"/>
          <p:cNvSpPr txBox="1"/>
          <p:nvPr>
            <p:ph idx="3" type="subTitle"/>
          </p:nvPr>
        </p:nvSpPr>
        <p:spPr>
          <a:xfrm>
            <a:off x="2455025" y="3103750"/>
            <a:ext cx="2064000" cy="530100"/>
          </a:xfrm>
          <a:prstGeom prst="rect">
            <a:avLst/>
          </a:prstGeom>
        </p:spPr>
        <p:txBody>
          <a:bodyPr anchorCtr="0" anchor="t" bIns="182875" lIns="182875" spcFirstLastPara="1" rIns="182875" wrap="square" tIns="182875">
            <a:noAutofit/>
          </a:bodyPr>
          <a:lstStyle>
            <a:lvl1pPr lvl="0">
              <a:lnSpc>
                <a:spcPct val="90000"/>
              </a:lnSpc>
              <a:spcBef>
                <a:spcPts val="0"/>
              </a:spcBef>
              <a:spcAft>
                <a:spcPts val="0"/>
              </a:spcAft>
              <a:buNone/>
              <a:defRPr/>
            </a:lvl1pPr>
            <a:lvl2pPr lvl="1">
              <a:spcBef>
                <a:spcPts val="0"/>
              </a:spcBef>
              <a:spcAft>
                <a:spcPts val="0"/>
              </a:spcAft>
              <a:buClr>
                <a:schemeClr val="lt1"/>
              </a:buClr>
              <a:buSzPts val="1200"/>
              <a:buNone/>
              <a:defRPr/>
            </a:lvl2pPr>
            <a:lvl3pPr lvl="2">
              <a:spcBef>
                <a:spcPts val="0"/>
              </a:spcBef>
              <a:spcAft>
                <a:spcPts val="0"/>
              </a:spcAft>
              <a:buClr>
                <a:schemeClr val="lt1"/>
              </a:buClr>
              <a:buSzPts val="1200"/>
              <a:buNone/>
              <a:defRPr/>
            </a:lvl3pPr>
            <a:lvl4pPr lvl="3">
              <a:spcBef>
                <a:spcPts val="0"/>
              </a:spcBef>
              <a:spcAft>
                <a:spcPts val="0"/>
              </a:spcAft>
              <a:buClr>
                <a:schemeClr val="lt1"/>
              </a:buClr>
              <a:buSzPts val="1200"/>
              <a:buNone/>
              <a:defRPr/>
            </a:lvl4pPr>
            <a:lvl5pPr lvl="4">
              <a:spcBef>
                <a:spcPts val="0"/>
              </a:spcBef>
              <a:spcAft>
                <a:spcPts val="0"/>
              </a:spcAft>
              <a:buClr>
                <a:schemeClr val="lt1"/>
              </a:buClr>
              <a:buSzPts val="1200"/>
              <a:buNone/>
              <a:defRPr/>
            </a:lvl5pPr>
            <a:lvl6pPr lvl="5">
              <a:spcBef>
                <a:spcPts val="0"/>
              </a:spcBef>
              <a:spcAft>
                <a:spcPts val="0"/>
              </a:spcAft>
              <a:buClr>
                <a:schemeClr val="lt1"/>
              </a:buClr>
              <a:buSzPts val="1200"/>
              <a:buNone/>
              <a:defRPr/>
            </a:lvl6pPr>
            <a:lvl7pPr lvl="6">
              <a:spcBef>
                <a:spcPts val="0"/>
              </a:spcBef>
              <a:spcAft>
                <a:spcPts val="0"/>
              </a:spcAft>
              <a:buClr>
                <a:schemeClr val="lt1"/>
              </a:buClr>
              <a:buSzPts val="1200"/>
              <a:buNone/>
              <a:defRPr/>
            </a:lvl7pPr>
            <a:lvl8pPr lvl="7">
              <a:spcBef>
                <a:spcPts val="0"/>
              </a:spcBef>
              <a:spcAft>
                <a:spcPts val="0"/>
              </a:spcAft>
              <a:buClr>
                <a:schemeClr val="lt1"/>
              </a:buClr>
              <a:buSzPts val="1200"/>
              <a:buNone/>
              <a:defRPr/>
            </a:lvl8pPr>
            <a:lvl9pPr lvl="8">
              <a:spcBef>
                <a:spcPts val="0"/>
              </a:spcBef>
              <a:spcAft>
                <a:spcPts val="0"/>
              </a:spcAft>
              <a:buClr>
                <a:schemeClr val="lt1"/>
              </a:buClr>
              <a:buSzPts val="1200"/>
              <a:buNone/>
              <a:defRPr/>
            </a:lvl9pPr>
          </a:lstStyle>
          <a:p/>
        </p:txBody>
      </p:sp>
      <p:sp>
        <p:nvSpPr>
          <p:cNvPr id="252" name="Google Shape;252;p24"/>
          <p:cNvSpPr/>
          <p:nvPr>
            <p:ph idx="4" type="pic"/>
          </p:nvPr>
        </p:nvSpPr>
        <p:spPr>
          <a:xfrm>
            <a:off x="4625000" y="1980250"/>
            <a:ext cx="2064000" cy="1122300"/>
          </a:xfrm>
          <a:prstGeom prst="round2SameRect">
            <a:avLst>
              <a:gd fmla="val 16667" name="adj1"/>
              <a:gd fmla="val 0" name="adj2"/>
            </a:avLst>
          </a:prstGeom>
          <a:noFill/>
          <a:ln>
            <a:noFill/>
          </a:ln>
        </p:spPr>
      </p:sp>
      <p:sp>
        <p:nvSpPr>
          <p:cNvPr id="253" name="Google Shape;253;p24"/>
          <p:cNvSpPr txBox="1"/>
          <p:nvPr>
            <p:ph idx="5" type="subTitle"/>
          </p:nvPr>
        </p:nvSpPr>
        <p:spPr>
          <a:xfrm>
            <a:off x="4625000" y="3103750"/>
            <a:ext cx="2064000" cy="530100"/>
          </a:xfrm>
          <a:prstGeom prst="rect">
            <a:avLst/>
          </a:prstGeom>
        </p:spPr>
        <p:txBody>
          <a:bodyPr anchorCtr="0" anchor="t" bIns="182875" lIns="182875" spcFirstLastPara="1" rIns="182875" wrap="square" tIns="182875">
            <a:noAutofit/>
          </a:bodyPr>
          <a:lstStyle>
            <a:lvl1pPr lvl="0">
              <a:lnSpc>
                <a:spcPct val="90000"/>
              </a:lnSpc>
              <a:spcBef>
                <a:spcPts val="0"/>
              </a:spcBef>
              <a:spcAft>
                <a:spcPts val="0"/>
              </a:spcAft>
              <a:buNone/>
              <a:defRPr/>
            </a:lvl1pPr>
            <a:lvl2pPr lvl="1">
              <a:spcBef>
                <a:spcPts val="0"/>
              </a:spcBef>
              <a:spcAft>
                <a:spcPts val="0"/>
              </a:spcAft>
              <a:buClr>
                <a:schemeClr val="lt1"/>
              </a:buClr>
              <a:buSzPts val="1200"/>
              <a:buNone/>
              <a:defRPr/>
            </a:lvl2pPr>
            <a:lvl3pPr lvl="2">
              <a:spcBef>
                <a:spcPts val="0"/>
              </a:spcBef>
              <a:spcAft>
                <a:spcPts val="0"/>
              </a:spcAft>
              <a:buClr>
                <a:schemeClr val="lt1"/>
              </a:buClr>
              <a:buSzPts val="1200"/>
              <a:buNone/>
              <a:defRPr/>
            </a:lvl3pPr>
            <a:lvl4pPr lvl="3">
              <a:spcBef>
                <a:spcPts val="0"/>
              </a:spcBef>
              <a:spcAft>
                <a:spcPts val="0"/>
              </a:spcAft>
              <a:buClr>
                <a:schemeClr val="lt1"/>
              </a:buClr>
              <a:buSzPts val="1200"/>
              <a:buNone/>
              <a:defRPr/>
            </a:lvl4pPr>
            <a:lvl5pPr lvl="4">
              <a:spcBef>
                <a:spcPts val="0"/>
              </a:spcBef>
              <a:spcAft>
                <a:spcPts val="0"/>
              </a:spcAft>
              <a:buClr>
                <a:schemeClr val="lt1"/>
              </a:buClr>
              <a:buSzPts val="1200"/>
              <a:buNone/>
              <a:defRPr/>
            </a:lvl5pPr>
            <a:lvl6pPr lvl="5">
              <a:spcBef>
                <a:spcPts val="0"/>
              </a:spcBef>
              <a:spcAft>
                <a:spcPts val="0"/>
              </a:spcAft>
              <a:buClr>
                <a:schemeClr val="lt1"/>
              </a:buClr>
              <a:buSzPts val="1200"/>
              <a:buNone/>
              <a:defRPr/>
            </a:lvl6pPr>
            <a:lvl7pPr lvl="6">
              <a:spcBef>
                <a:spcPts val="0"/>
              </a:spcBef>
              <a:spcAft>
                <a:spcPts val="0"/>
              </a:spcAft>
              <a:buClr>
                <a:schemeClr val="lt1"/>
              </a:buClr>
              <a:buSzPts val="1200"/>
              <a:buNone/>
              <a:defRPr/>
            </a:lvl7pPr>
            <a:lvl8pPr lvl="7">
              <a:spcBef>
                <a:spcPts val="0"/>
              </a:spcBef>
              <a:spcAft>
                <a:spcPts val="0"/>
              </a:spcAft>
              <a:buClr>
                <a:schemeClr val="lt1"/>
              </a:buClr>
              <a:buSzPts val="1200"/>
              <a:buNone/>
              <a:defRPr/>
            </a:lvl8pPr>
            <a:lvl9pPr lvl="8">
              <a:spcBef>
                <a:spcPts val="0"/>
              </a:spcBef>
              <a:spcAft>
                <a:spcPts val="0"/>
              </a:spcAft>
              <a:buClr>
                <a:schemeClr val="lt1"/>
              </a:buClr>
              <a:buSzPts val="1200"/>
              <a:buNone/>
              <a:defRPr/>
            </a:lvl9pPr>
          </a:lstStyle>
          <a:p/>
        </p:txBody>
      </p:sp>
      <p:sp>
        <p:nvSpPr>
          <p:cNvPr id="254" name="Google Shape;254;p24"/>
          <p:cNvSpPr/>
          <p:nvPr>
            <p:ph idx="6" type="pic"/>
          </p:nvPr>
        </p:nvSpPr>
        <p:spPr>
          <a:xfrm>
            <a:off x="285050" y="1980250"/>
            <a:ext cx="2064000" cy="1122300"/>
          </a:xfrm>
          <a:prstGeom prst="round2SameRect">
            <a:avLst>
              <a:gd fmla="val 16667" name="adj1"/>
              <a:gd fmla="val 0" name="adj2"/>
            </a:avLst>
          </a:prstGeom>
          <a:noFill/>
          <a:ln>
            <a:noFill/>
          </a:ln>
        </p:spPr>
      </p:sp>
      <p:sp>
        <p:nvSpPr>
          <p:cNvPr id="255" name="Google Shape;255;p24"/>
          <p:cNvSpPr txBox="1"/>
          <p:nvPr>
            <p:ph type="title"/>
          </p:nvPr>
        </p:nvSpPr>
        <p:spPr>
          <a:xfrm>
            <a:off x="284775" y="282900"/>
            <a:ext cx="7851300" cy="4764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256" name="Google Shape;256;p24"/>
          <p:cNvSpPr txBox="1"/>
          <p:nvPr>
            <p:ph idx="7" type="body"/>
          </p:nvPr>
        </p:nvSpPr>
        <p:spPr>
          <a:xfrm>
            <a:off x="284750" y="3862050"/>
            <a:ext cx="2064000" cy="888600"/>
          </a:xfrm>
          <a:prstGeom prst="rect">
            <a:avLst/>
          </a:prstGeom>
        </p:spPr>
        <p:txBody>
          <a:bodyPr anchorCtr="0" anchor="t" bIns="0" lIns="182875" spcFirstLastPara="1" rIns="182875" wrap="square" tIns="0">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257" name="Google Shape;257;p24"/>
          <p:cNvSpPr txBox="1"/>
          <p:nvPr>
            <p:ph idx="8" type="subTitle"/>
          </p:nvPr>
        </p:nvSpPr>
        <p:spPr>
          <a:xfrm>
            <a:off x="285050" y="3103750"/>
            <a:ext cx="2064000" cy="530100"/>
          </a:xfrm>
          <a:prstGeom prst="rect">
            <a:avLst/>
          </a:prstGeom>
        </p:spPr>
        <p:txBody>
          <a:bodyPr anchorCtr="0" anchor="t" bIns="182875" lIns="182875" spcFirstLastPara="1" rIns="182875" wrap="square" tIns="182875">
            <a:noAutofit/>
          </a:bodyPr>
          <a:lstStyle>
            <a:lvl1pPr lvl="0">
              <a:lnSpc>
                <a:spcPct val="90000"/>
              </a:lnSpc>
              <a:spcBef>
                <a:spcPts val="0"/>
              </a:spcBef>
              <a:spcAft>
                <a:spcPts val="0"/>
              </a:spcAft>
              <a:buNone/>
              <a:defRPr/>
            </a:lvl1pPr>
            <a:lvl2pPr lvl="1">
              <a:spcBef>
                <a:spcPts val="0"/>
              </a:spcBef>
              <a:spcAft>
                <a:spcPts val="0"/>
              </a:spcAft>
              <a:buClr>
                <a:schemeClr val="lt1"/>
              </a:buClr>
              <a:buSzPts val="1200"/>
              <a:buNone/>
              <a:defRPr/>
            </a:lvl2pPr>
            <a:lvl3pPr lvl="2">
              <a:spcBef>
                <a:spcPts val="0"/>
              </a:spcBef>
              <a:spcAft>
                <a:spcPts val="0"/>
              </a:spcAft>
              <a:buClr>
                <a:schemeClr val="lt1"/>
              </a:buClr>
              <a:buSzPts val="1200"/>
              <a:buNone/>
              <a:defRPr/>
            </a:lvl3pPr>
            <a:lvl4pPr lvl="3">
              <a:spcBef>
                <a:spcPts val="0"/>
              </a:spcBef>
              <a:spcAft>
                <a:spcPts val="0"/>
              </a:spcAft>
              <a:buClr>
                <a:schemeClr val="lt1"/>
              </a:buClr>
              <a:buSzPts val="1200"/>
              <a:buNone/>
              <a:defRPr/>
            </a:lvl4pPr>
            <a:lvl5pPr lvl="4">
              <a:spcBef>
                <a:spcPts val="0"/>
              </a:spcBef>
              <a:spcAft>
                <a:spcPts val="0"/>
              </a:spcAft>
              <a:buClr>
                <a:schemeClr val="lt1"/>
              </a:buClr>
              <a:buSzPts val="1200"/>
              <a:buNone/>
              <a:defRPr/>
            </a:lvl5pPr>
            <a:lvl6pPr lvl="5">
              <a:spcBef>
                <a:spcPts val="0"/>
              </a:spcBef>
              <a:spcAft>
                <a:spcPts val="0"/>
              </a:spcAft>
              <a:buClr>
                <a:schemeClr val="lt1"/>
              </a:buClr>
              <a:buSzPts val="1200"/>
              <a:buNone/>
              <a:defRPr/>
            </a:lvl6pPr>
            <a:lvl7pPr lvl="6">
              <a:spcBef>
                <a:spcPts val="0"/>
              </a:spcBef>
              <a:spcAft>
                <a:spcPts val="0"/>
              </a:spcAft>
              <a:buClr>
                <a:schemeClr val="lt1"/>
              </a:buClr>
              <a:buSzPts val="1200"/>
              <a:buNone/>
              <a:defRPr/>
            </a:lvl7pPr>
            <a:lvl8pPr lvl="7">
              <a:spcBef>
                <a:spcPts val="0"/>
              </a:spcBef>
              <a:spcAft>
                <a:spcPts val="0"/>
              </a:spcAft>
              <a:buClr>
                <a:schemeClr val="lt1"/>
              </a:buClr>
              <a:buSzPts val="1200"/>
              <a:buNone/>
              <a:defRPr/>
            </a:lvl8pPr>
            <a:lvl9pPr lvl="8">
              <a:spcBef>
                <a:spcPts val="0"/>
              </a:spcBef>
              <a:spcAft>
                <a:spcPts val="0"/>
              </a:spcAft>
              <a:buClr>
                <a:schemeClr val="lt1"/>
              </a:buClr>
              <a:buSzPts val="1200"/>
              <a:buNone/>
              <a:defRPr/>
            </a:lvl9pPr>
          </a:lstStyle>
          <a:p/>
        </p:txBody>
      </p:sp>
      <p:sp>
        <p:nvSpPr>
          <p:cNvPr id="258" name="Google Shape;258;p24"/>
          <p:cNvSpPr txBox="1"/>
          <p:nvPr>
            <p:ph idx="9" type="body"/>
          </p:nvPr>
        </p:nvSpPr>
        <p:spPr>
          <a:xfrm>
            <a:off x="2454725" y="3862050"/>
            <a:ext cx="2064000" cy="888600"/>
          </a:xfrm>
          <a:prstGeom prst="rect">
            <a:avLst/>
          </a:prstGeom>
        </p:spPr>
        <p:txBody>
          <a:bodyPr anchorCtr="0" anchor="t" bIns="0" lIns="182875" spcFirstLastPara="1" rIns="182875" wrap="square" tIns="0">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259" name="Google Shape;259;p24"/>
          <p:cNvSpPr txBox="1"/>
          <p:nvPr>
            <p:ph idx="13" type="body"/>
          </p:nvPr>
        </p:nvSpPr>
        <p:spPr>
          <a:xfrm>
            <a:off x="4624700" y="3862050"/>
            <a:ext cx="2064000" cy="888600"/>
          </a:xfrm>
          <a:prstGeom prst="rect">
            <a:avLst/>
          </a:prstGeom>
        </p:spPr>
        <p:txBody>
          <a:bodyPr anchorCtr="0" anchor="t" bIns="0" lIns="182875" spcFirstLastPara="1" rIns="182875" wrap="square" tIns="0">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260" name="Google Shape;260;p24"/>
          <p:cNvSpPr txBox="1"/>
          <p:nvPr>
            <p:ph idx="14" type="body"/>
          </p:nvPr>
        </p:nvSpPr>
        <p:spPr>
          <a:xfrm>
            <a:off x="6794675" y="3862050"/>
            <a:ext cx="2064000" cy="888600"/>
          </a:xfrm>
          <a:prstGeom prst="rect">
            <a:avLst/>
          </a:prstGeom>
        </p:spPr>
        <p:txBody>
          <a:bodyPr anchorCtr="0" anchor="t" bIns="0" lIns="182875" spcFirstLastPara="1" rIns="182875" wrap="square" tIns="0">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261" name="Google Shape;261;p24"/>
          <p:cNvSpPr/>
          <p:nvPr>
            <p:ph idx="15" type="pic"/>
          </p:nvPr>
        </p:nvSpPr>
        <p:spPr>
          <a:xfrm>
            <a:off x="6794975" y="1980250"/>
            <a:ext cx="2064000" cy="1122300"/>
          </a:xfrm>
          <a:prstGeom prst="round2SameRect">
            <a:avLst>
              <a:gd fmla="val 16667" name="adj1"/>
              <a:gd fmla="val 0" name="adj2"/>
            </a:avLst>
          </a:prstGeom>
          <a:noFill/>
          <a:ln>
            <a:noFill/>
          </a:ln>
        </p:spPr>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 Alt 3">
  <p:cSld name="CUSTOM_3">
    <p:bg>
      <p:bgPr>
        <a:solidFill>
          <a:schemeClr val="lt2"/>
        </a:solidFill>
      </p:bgPr>
    </p:bg>
    <p:spTree>
      <p:nvGrpSpPr>
        <p:cNvPr id="262" name="Shape 262"/>
        <p:cNvGrpSpPr/>
        <p:nvPr/>
      </p:nvGrpSpPr>
      <p:grpSpPr>
        <a:xfrm>
          <a:off x="0" y="0"/>
          <a:ext cx="0" cy="0"/>
          <a:chOff x="0" y="0"/>
          <a:chExt cx="0" cy="0"/>
        </a:xfrm>
      </p:grpSpPr>
      <p:sp>
        <p:nvSpPr>
          <p:cNvPr id="263" name="Google Shape;263;p25"/>
          <p:cNvSpPr/>
          <p:nvPr>
            <p:ph idx="2" type="pic"/>
          </p:nvPr>
        </p:nvSpPr>
        <p:spPr>
          <a:xfrm>
            <a:off x="5965025" y="3740450"/>
            <a:ext cx="2894400" cy="1116900"/>
          </a:xfrm>
          <a:prstGeom prst="roundRect">
            <a:avLst>
              <a:gd fmla="val 13273" name="adj"/>
            </a:avLst>
          </a:prstGeom>
          <a:noFill/>
          <a:ln>
            <a:noFill/>
          </a:ln>
        </p:spPr>
      </p:sp>
      <p:sp>
        <p:nvSpPr>
          <p:cNvPr id="264" name="Google Shape;264;p25"/>
          <p:cNvSpPr/>
          <p:nvPr/>
        </p:nvSpPr>
        <p:spPr>
          <a:xfrm flipH="1" rot="10800000">
            <a:off x="575775" y="282975"/>
            <a:ext cx="7992600" cy="3457500"/>
          </a:xfrm>
          <a:prstGeom prst="round2DiagRect">
            <a:avLst>
              <a:gd fmla="val 9463"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Outfit"/>
              <a:ea typeface="Outfit"/>
              <a:cs typeface="Outfit"/>
              <a:sym typeface="Outfit"/>
            </a:endParaRPr>
          </a:p>
        </p:txBody>
      </p:sp>
      <p:sp>
        <p:nvSpPr>
          <p:cNvPr id="265" name="Google Shape;265;p25"/>
          <p:cNvSpPr/>
          <p:nvPr/>
        </p:nvSpPr>
        <p:spPr>
          <a:xfrm flipH="1" rot="10800000">
            <a:off x="575775" y="3740475"/>
            <a:ext cx="5389200" cy="1116900"/>
          </a:xfrm>
          <a:prstGeom prst="round2DiagRect">
            <a:avLst>
              <a:gd fmla="val 16002" name="adj1"/>
              <a:gd fmla="val 0" name="adj2"/>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Outfit"/>
              <a:ea typeface="Outfit"/>
              <a:cs typeface="Outfit"/>
              <a:sym typeface="Outfit"/>
            </a:endParaRPr>
          </a:p>
        </p:txBody>
      </p:sp>
      <p:sp>
        <p:nvSpPr>
          <p:cNvPr id="266" name="Google Shape;266;p25"/>
          <p:cNvSpPr/>
          <p:nvPr/>
        </p:nvSpPr>
        <p:spPr>
          <a:xfrm rot="10800000">
            <a:off x="284775" y="282975"/>
            <a:ext cx="291000" cy="45744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Outfit"/>
              <a:ea typeface="Outfit"/>
              <a:cs typeface="Outfit"/>
              <a:sym typeface="Outfit"/>
            </a:endParaRPr>
          </a:p>
        </p:txBody>
      </p:sp>
      <p:sp>
        <p:nvSpPr>
          <p:cNvPr id="267" name="Google Shape;267;p25"/>
          <p:cNvSpPr/>
          <p:nvPr/>
        </p:nvSpPr>
        <p:spPr>
          <a:xfrm rot="10800000">
            <a:off x="8568225" y="282900"/>
            <a:ext cx="291000" cy="3457500"/>
          </a:xfrm>
          <a:prstGeom prst="round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Outfit"/>
              <a:ea typeface="Outfit"/>
              <a:cs typeface="Outfit"/>
              <a:sym typeface="Outfit"/>
            </a:endParaRPr>
          </a:p>
        </p:txBody>
      </p:sp>
      <p:sp>
        <p:nvSpPr>
          <p:cNvPr id="268" name="Google Shape;268;p25"/>
          <p:cNvSpPr txBox="1"/>
          <p:nvPr>
            <p:ph type="title"/>
          </p:nvPr>
        </p:nvSpPr>
        <p:spPr>
          <a:xfrm>
            <a:off x="917100" y="528525"/>
            <a:ext cx="7337100" cy="2912100"/>
          </a:xfrm>
          <a:prstGeom prst="rect">
            <a:avLst/>
          </a:prstGeom>
        </p:spPr>
        <p:txBody>
          <a:bodyPr anchorCtr="0" anchor="t" bIns="0" lIns="0" spcFirstLastPara="1" rIns="0" wrap="square" tIns="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269" name="Google Shape;269;p25"/>
          <p:cNvSpPr txBox="1"/>
          <p:nvPr>
            <p:ph idx="1" type="subTitle"/>
          </p:nvPr>
        </p:nvSpPr>
        <p:spPr>
          <a:xfrm>
            <a:off x="917100" y="3989175"/>
            <a:ext cx="4625100" cy="597900"/>
          </a:xfrm>
          <a:prstGeom prst="rect">
            <a:avLst/>
          </a:prstGeom>
        </p:spPr>
        <p:txBody>
          <a:bodyPr anchorCtr="0" anchor="t" bIns="0" lIns="0" spcFirstLastPara="1" rIns="0" wrap="square" tIns="0">
            <a:noAutofit/>
          </a:bodyPr>
          <a:lstStyle>
            <a:lvl1pPr lvl="0">
              <a:spcBef>
                <a:spcPts val="0"/>
              </a:spcBef>
              <a:spcAft>
                <a:spcPts val="0"/>
              </a:spcAft>
              <a:buSzPts val="1800"/>
              <a:buFont typeface="Outfit"/>
              <a:buNone/>
              <a:defRPr sz="1800">
                <a:latin typeface="Outfit"/>
                <a:ea typeface="Outfit"/>
                <a:cs typeface="Outfit"/>
                <a:sym typeface="Outfit"/>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cards - Alt 1">
  <p:cSld name="CUSTOM_4">
    <p:bg>
      <p:bgPr>
        <a:solidFill>
          <a:schemeClr val="lt2"/>
        </a:solidFill>
      </p:bgPr>
    </p:bg>
    <p:spTree>
      <p:nvGrpSpPr>
        <p:cNvPr id="270" name="Shape 270"/>
        <p:cNvGrpSpPr/>
        <p:nvPr/>
      </p:nvGrpSpPr>
      <p:grpSpPr>
        <a:xfrm>
          <a:off x="0" y="0"/>
          <a:ext cx="0" cy="0"/>
          <a:chOff x="0" y="0"/>
          <a:chExt cx="0" cy="0"/>
        </a:xfrm>
      </p:grpSpPr>
      <p:sp>
        <p:nvSpPr>
          <p:cNvPr id="271" name="Google Shape;271;p26"/>
          <p:cNvSpPr/>
          <p:nvPr>
            <p:ph idx="2" type="pic"/>
          </p:nvPr>
        </p:nvSpPr>
        <p:spPr>
          <a:xfrm>
            <a:off x="717825" y="2478076"/>
            <a:ext cx="1197900" cy="1197900"/>
          </a:xfrm>
          <a:prstGeom prst="ellipse">
            <a:avLst/>
          </a:prstGeom>
          <a:noFill/>
          <a:ln cap="flat" cmpd="sng" w="9525">
            <a:solidFill>
              <a:schemeClr val="lt2"/>
            </a:solidFill>
            <a:prstDash val="solid"/>
            <a:round/>
            <a:headEnd len="sm" w="sm" type="none"/>
            <a:tailEnd len="sm" w="sm" type="none"/>
          </a:ln>
        </p:spPr>
      </p:sp>
      <p:sp>
        <p:nvSpPr>
          <p:cNvPr id="272" name="Google Shape;272;p26"/>
          <p:cNvSpPr/>
          <p:nvPr>
            <p:ph idx="3" type="pic"/>
          </p:nvPr>
        </p:nvSpPr>
        <p:spPr>
          <a:xfrm>
            <a:off x="2887875" y="2478076"/>
            <a:ext cx="1197900" cy="1197900"/>
          </a:xfrm>
          <a:prstGeom prst="ellipse">
            <a:avLst/>
          </a:prstGeom>
          <a:noFill/>
          <a:ln cap="flat" cmpd="sng" w="9525">
            <a:solidFill>
              <a:schemeClr val="lt2"/>
            </a:solidFill>
            <a:prstDash val="solid"/>
            <a:round/>
            <a:headEnd len="sm" w="sm" type="none"/>
            <a:tailEnd len="sm" w="sm" type="none"/>
          </a:ln>
        </p:spPr>
      </p:sp>
      <p:sp>
        <p:nvSpPr>
          <p:cNvPr id="273" name="Google Shape;273;p26"/>
          <p:cNvSpPr/>
          <p:nvPr>
            <p:ph idx="4" type="pic"/>
          </p:nvPr>
        </p:nvSpPr>
        <p:spPr>
          <a:xfrm>
            <a:off x="5057925" y="2478076"/>
            <a:ext cx="1197900" cy="1197900"/>
          </a:xfrm>
          <a:prstGeom prst="ellipse">
            <a:avLst/>
          </a:prstGeom>
          <a:noFill/>
          <a:ln cap="flat" cmpd="sng" w="9525">
            <a:solidFill>
              <a:schemeClr val="lt2"/>
            </a:solidFill>
            <a:prstDash val="solid"/>
            <a:round/>
            <a:headEnd len="sm" w="sm" type="none"/>
            <a:tailEnd len="sm" w="sm" type="none"/>
          </a:ln>
        </p:spPr>
      </p:sp>
      <p:sp>
        <p:nvSpPr>
          <p:cNvPr id="274" name="Google Shape;274;p26"/>
          <p:cNvSpPr/>
          <p:nvPr>
            <p:ph idx="5" type="pic"/>
          </p:nvPr>
        </p:nvSpPr>
        <p:spPr>
          <a:xfrm>
            <a:off x="7227975" y="2478076"/>
            <a:ext cx="1197900" cy="1197900"/>
          </a:xfrm>
          <a:prstGeom prst="ellipse">
            <a:avLst/>
          </a:prstGeom>
          <a:noFill/>
          <a:ln cap="flat" cmpd="sng" w="9525">
            <a:solidFill>
              <a:schemeClr val="lt2"/>
            </a:solidFill>
            <a:prstDash val="solid"/>
            <a:round/>
            <a:headEnd len="sm" w="sm" type="none"/>
            <a:tailEnd len="sm" w="sm" type="none"/>
          </a:ln>
        </p:spPr>
      </p:sp>
      <p:sp>
        <p:nvSpPr>
          <p:cNvPr id="275" name="Google Shape;275;p26"/>
          <p:cNvSpPr txBox="1"/>
          <p:nvPr>
            <p:ph idx="1" type="subTitle"/>
          </p:nvPr>
        </p:nvSpPr>
        <p:spPr>
          <a:xfrm>
            <a:off x="284775" y="1675050"/>
            <a:ext cx="1933800" cy="558600"/>
          </a:xfrm>
          <a:prstGeom prst="rect">
            <a:avLst/>
          </a:prstGeom>
        </p:spPr>
        <p:txBody>
          <a:bodyPr anchorCtr="0" anchor="t" bIns="0" lIns="182875" spcFirstLastPara="1" rIns="182875" wrap="square" tIns="182875">
            <a:noAutofit/>
          </a:bodyPr>
          <a:lstStyle>
            <a:lvl1pPr lvl="0">
              <a:lnSpc>
                <a:spcPct val="90000"/>
              </a:lnSpc>
              <a:spcBef>
                <a:spcPts val="0"/>
              </a:spcBef>
              <a:spcAft>
                <a:spcPts val="0"/>
              </a:spcAft>
              <a:buSzPts val="1800"/>
              <a:buNone/>
              <a:defRPr b="1" sz="1800"/>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276" name="Google Shape;276;p26"/>
          <p:cNvSpPr txBox="1"/>
          <p:nvPr>
            <p:ph idx="6" type="subTitle"/>
          </p:nvPr>
        </p:nvSpPr>
        <p:spPr>
          <a:xfrm>
            <a:off x="2454825" y="1675050"/>
            <a:ext cx="1933800" cy="558600"/>
          </a:xfrm>
          <a:prstGeom prst="rect">
            <a:avLst/>
          </a:prstGeom>
        </p:spPr>
        <p:txBody>
          <a:bodyPr anchorCtr="0" anchor="t" bIns="0" lIns="182875" spcFirstLastPara="1" rIns="182875" wrap="square" tIns="182875">
            <a:noAutofit/>
          </a:bodyPr>
          <a:lstStyle>
            <a:lvl1pPr lvl="0">
              <a:lnSpc>
                <a:spcPct val="90000"/>
              </a:lnSpc>
              <a:spcBef>
                <a:spcPts val="0"/>
              </a:spcBef>
              <a:spcAft>
                <a:spcPts val="0"/>
              </a:spcAft>
              <a:buClr>
                <a:schemeClr val="lt1"/>
              </a:buClr>
              <a:buSzPts val="1800"/>
              <a:buNone/>
              <a:defRPr b="1" sz="1800"/>
            </a:lvl1pPr>
            <a:lvl2pPr lvl="1">
              <a:lnSpc>
                <a:spcPct val="90000"/>
              </a:lnSpc>
              <a:spcBef>
                <a:spcPts val="0"/>
              </a:spcBef>
              <a:spcAft>
                <a:spcPts val="0"/>
              </a:spcAft>
              <a:buSzPts val="1200"/>
              <a:buNone/>
              <a:defRPr/>
            </a:lvl2pPr>
            <a:lvl3pPr lvl="2">
              <a:lnSpc>
                <a:spcPct val="90000"/>
              </a:lnSpc>
              <a:spcBef>
                <a:spcPts val="0"/>
              </a:spcBef>
              <a:spcAft>
                <a:spcPts val="0"/>
              </a:spcAft>
              <a:buSzPts val="1200"/>
              <a:buNone/>
              <a:defRPr/>
            </a:lvl3pPr>
            <a:lvl4pPr lvl="3">
              <a:lnSpc>
                <a:spcPct val="90000"/>
              </a:lnSpc>
              <a:spcBef>
                <a:spcPts val="0"/>
              </a:spcBef>
              <a:spcAft>
                <a:spcPts val="0"/>
              </a:spcAft>
              <a:buSzPts val="1200"/>
              <a:buNone/>
              <a:defRPr/>
            </a:lvl4pPr>
            <a:lvl5pPr lvl="4">
              <a:lnSpc>
                <a:spcPct val="90000"/>
              </a:lnSpc>
              <a:spcBef>
                <a:spcPts val="0"/>
              </a:spcBef>
              <a:spcAft>
                <a:spcPts val="0"/>
              </a:spcAft>
              <a:buSzPts val="1200"/>
              <a:buNone/>
              <a:defRPr/>
            </a:lvl5pPr>
            <a:lvl6pPr lvl="5">
              <a:lnSpc>
                <a:spcPct val="90000"/>
              </a:lnSpc>
              <a:spcBef>
                <a:spcPts val="0"/>
              </a:spcBef>
              <a:spcAft>
                <a:spcPts val="0"/>
              </a:spcAft>
              <a:buSzPts val="1200"/>
              <a:buNone/>
              <a:defRPr/>
            </a:lvl6pPr>
            <a:lvl7pPr lvl="6">
              <a:lnSpc>
                <a:spcPct val="90000"/>
              </a:lnSpc>
              <a:spcBef>
                <a:spcPts val="0"/>
              </a:spcBef>
              <a:spcAft>
                <a:spcPts val="0"/>
              </a:spcAft>
              <a:buSzPts val="1200"/>
              <a:buNone/>
              <a:defRPr/>
            </a:lvl7pPr>
            <a:lvl8pPr lvl="7">
              <a:lnSpc>
                <a:spcPct val="90000"/>
              </a:lnSpc>
              <a:spcBef>
                <a:spcPts val="0"/>
              </a:spcBef>
              <a:spcAft>
                <a:spcPts val="0"/>
              </a:spcAft>
              <a:buSzPts val="1200"/>
              <a:buNone/>
              <a:defRPr/>
            </a:lvl8pPr>
            <a:lvl9pPr lvl="8">
              <a:lnSpc>
                <a:spcPct val="90000"/>
              </a:lnSpc>
              <a:spcBef>
                <a:spcPts val="0"/>
              </a:spcBef>
              <a:spcAft>
                <a:spcPts val="0"/>
              </a:spcAft>
              <a:buSzPts val="1200"/>
              <a:buNone/>
              <a:defRPr/>
            </a:lvl9pPr>
          </a:lstStyle>
          <a:p/>
        </p:txBody>
      </p:sp>
      <p:sp>
        <p:nvSpPr>
          <p:cNvPr id="277" name="Google Shape;277;p26"/>
          <p:cNvSpPr txBox="1"/>
          <p:nvPr>
            <p:ph idx="7" type="subTitle"/>
          </p:nvPr>
        </p:nvSpPr>
        <p:spPr>
          <a:xfrm>
            <a:off x="4624863" y="1675050"/>
            <a:ext cx="1933800" cy="558600"/>
          </a:xfrm>
          <a:prstGeom prst="rect">
            <a:avLst/>
          </a:prstGeom>
        </p:spPr>
        <p:txBody>
          <a:bodyPr anchorCtr="0" anchor="t" bIns="0" lIns="182875" spcFirstLastPara="1" rIns="182875" wrap="square" tIns="182875">
            <a:noAutofit/>
          </a:bodyPr>
          <a:lstStyle>
            <a:lvl1pPr lvl="0">
              <a:lnSpc>
                <a:spcPct val="90000"/>
              </a:lnSpc>
              <a:spcBef>
                <a:spcPts val="0"/>
              </a:spcBef>
              <a:spcAft>
                <a:spcPts val="0"/>
              </a:spcAft>
              <a:buClr>
                <a:schemeClr val="lt1"/>
              </a:buClr>
              <a:buSzPts val="1800"/>
              <a:buNone/>
              <a:defRPr b="1" sz="1800"/>
            </a:lvl1pPr>
            <a:lvl2pPr lvl="1">
              <a:lnSpc>
                <a:spcPct val="90000"/>
              </a:lnSpc>
              <a:spcBef>
                <a:spcPts val="0"/>
              </a:spcBef>
              <a:spcAft>
                <a:spcPts val="0"/>
              </a:spcAft>
              <a:buSzPts val="1200"/>
              <a:buNone/>
              <a:defRPr/>
            </a:lvl2pPr>
            <a:lvl3pPr lvl="2">
              <a:lnSpc>
                <a:spcPct val="90000"/>
              </a:lnSpc>
              <a:spcBef>
                <a:spcPts val="0"/>
              </a:spcBef>
              <a:spcAft>
                <a:spcPts val="0"/>
              </a:spcAft>
              <a:buSzPts val="1200"/>
              <a:buNone/>
              <a:defRPr/>
            </a:lvl3pPr>
            <a:lvl4pPr lvl="3">
              <a:lnSpc>
                <a:spcPct val="90000"/>
              </a:lnSpc>
              <a:spcBef>
                <a:spcPts val="0"/>
              </a:spcBef>
              <a:spcAft>
                <a:spcPts val="0"/>
              </a:spcAft>
              <a:buSzPts val="1200"/>
              <a:buNone/>
              <a:defRPr/>
            </a:lvl4pPr>
            <a:lvl5pPr lvl="4">
              <a:lnSpc>
                <a:spcPct val="90000"/>
              </a:lnSpc>
              <a:spcBef>
                <a:spcPts val="0"/>
              </a:spcBef>
              <a:spcAft>
                <a:spcPts val="0"/>
              </a:spcAft>
              <a:buSzPts val="1200"/>
              <a:buNone/>
              <a:defRPr/>
            </a:lvl5pPr>
            <a:lvl6pPr lvl="5">
              <a:lnSpc>
                <a:spcPct val="90000"/>
              </a:lnSpc>
              <a:spcBef>
                <a:spcPts val="0"/>
              </a:spcBef>
              <a:spcAft>
                <a:spcPts val="0"/>
              </a:spcAft>
              <a:buSzPts val="1200"/>
              <a:buNone/>
              <a:defRPr/>
            </a:lvl6pPr>
            <a:lvl7pPr lvl="6">
              <a:lnSpc>
                <a:spcPct val="90000"/>
              </a:lnSpc>
              <a:spcBef>
                <a:spcPts val="0"/>
              </a:spcBef>
              <a:spcAft>
                <a:spcPts val="0"/>
              </a:spcAft>
              <a:buSzPts val="1200"/>
              <a:buNone/>
              <a:defRPr/>
            </a:lvl7pPr>
            <a:lvl8pPr lvl="7">
              <a:lnSpc>
                <a:spcPct val="90000"/>
              </a:lnSpc>
              <a:spcBef>
                <a:spcPts val="0"/>
              </a:spcBef>
              <a:spcAft>
                <a:spcPts val="0"/>
              </a:spcAft>
              <a:buSzPts val="1200"/>
              <a:buNone/>
              <a:defRPr/>
            </a:lvl8pPr>
            <a:lvl9pPr lvl="8">
              <a:lnSpc>
                <a:spcPct val="90000"/>
              </a:lnSpc>
              <a:spcBef>
                <a:spcPts val="0"/>
              </a:spcBef>
              <a:spcAft>
                <a:spcPts val="0"/>
              </a:spcAft>
              <a:buSzPts val="1200"/>
              <a:buNone/>
              <a:defRPr/>
            </a:lvl9pPr>
          </a:lstStyle>
          <a:p/>
        </p:txBody>
      </p:sp>
      <p:sp>
        <p:nvSpPr>
          <p:cNvPr id="278" name="Google Shape;278;p26"/>
          <p:cNvSpPr txBox="1"/>
          <p:nvPr>
            <p:ph idx="8" type="subTitle"/>
          </p:nvPr>
        </p:nvSpPr>
        <p:spPr>
          <a:xfrm>
            <a:off x="6794913" y="1675050"/>
            <a:ext cx="1933800" cy="558600"/>
          </a:xfrm>
          <a:prstGeom prst="rect">
            <a:avLst/>
          </a:prstGeom>
        </p:spPr>
        <p:txBody>
          <a:bodyPr anchorCtr="0" anchor="t" bIns="0" lIns="182875" spcFirstLastPara="1" rIns="182875" wrap="square" tIns="182875">
            <a:noAutofit/>
          </a:bodyPr>
          <a:lstStyle>
            <a:lvl1pPr lvl="0">
              <a:lnSpc>
                <a:spcPct val="90000"/>
              </a:lnSpc>
              <a:spcBef>
                <a:spcPts val="0"/>
              </a:spcBef>
              <a:spcAft>
                <a:spcPts val="0"/>
              </a:spcAft>
              <a:buClr>
                <a:schemeClr val="lt2"/>
              </a:buClr>
              <a:buSzPts val="1800"/>
              <a:buNone/>
              <a:defRPr b="1" sz="1800">
                <a:solidFill>
                  <a:schemeClr val="lt2"/>
                </a:solidFill>
              </a:defRPr>
            </a:lvl1pPr>
            <a:lvl2pPr lvl="1">
              <a:lnSpc>
                <a:spcPct val="90000"/>
              </a:lnSpc>
              <a:spcBef>
                <a:spcPts val="0"/>
              </a:spcBef>
              <a:spcAft>
                <a:spcPts val="0"/>
              </a:spcAft>
              <a:buClr>
                <a:schemeClr val="lt2"/>
              </a:buClr>
              <a:buSzPts val="1200"/>
              <a:buNone/>
              <a:defRPr>
                <a:solidFill>
                  <a:schemeClr val="lt2"/>
                </a:solidFill>
              </a:defRPr>
            </a:lvl2pPr>
            <a:lvl3pPr lvl="2">
              <a:lnSpc>
                <a:spcPct val="90000"/>
              </a:lnSpc>
              <a:spcBef>
                <a:spcPts val="0"/>
              </a:spcBef>
              <a:spcAft>
                <a:spcPts val="0"/>
              </a:spcAft>
              <a:buClr>
                <a:schemeClr val="lt2"/>
              </a:buClr>
              <a:buSzPts val="1200"/>
              <a:buNone/>
              <a:defRPr>
                <a:solidFill>
                  <a:schemeClr val="lt2"/>
                </a:solidFill>
              </a:defRPr>
            </a:lvl3pPr>
            <a:lvl4pPr lvl="3">
              <a:lnSpc>
                <a:spcPct val="90000"/>
              </a:lnSpc>
              <a:spcBef>
                <a:spcPts val="0"/>
              </a:spcBef>
              <a:spcAft>
                <a:spcPts val="0"/>
              </a:spcAft>
              <a:buClr>
                <a:schemeClr val="lt2"/>
              </a:buClr>
              <a:buSzPts val="1200"/>
              <a:buNone/>
              <a:defRPr>
                <a:solidFill>
                  <a:schemeClr val="lt2"/>
                </a:solidFill>
              </a:defRPr>
            </a:lvl4pPr>
            <a:lvl5pPr lvl="4">
              <a:lnSpc>
                <a:spcPct val="90000"/>
              </a:lnSpc>
              <a:spcBef>
                <a:spcPts val="0"/>
              </a:spcBef>
              <a:spcAft>
                <a:spcPts val="0"/>
              </a:spcAft>
              <a:buClr>
                <a:schemeClr val="lt2"/>
              </a:buClr>
              <a:buSzPts val="1200"/>
              <a:buNone/>
              <a:defRPr>
                <a:solidFill>
                  <a:schemeClr val="lt2"/>
                </a:solidFill>
              </a:defRPr>
            </a:lvl5pPr>
            <a:lvl6pPr lvl="5">
              <a:lnSpc>
                <a:spcPct val="90000"/>
              </a:lnSpc>
              <a:spcBef>
                <a:spcPts val="0"/>
              </a:spcBef>
              <a:spcAft>
                <a:spcPts val="0"/>
              </a:spcAft>
              <a:buClr>
                <a:schemeClr val="lt2"/>
              </a:buClr>
              <a:buSzPts val="1200"/>
              <a:buNone/>
              <a:defRPr>
                <a:solidFill>
                  <a:schemeClr val="lt2"/>
                </a:solidFill>
              </a:defRPr>
            </a:lvl6pPr>
            <a:lvl7pPr lvl="6">
              <a:lnSpc>
                <a:spcPct val="90000"/>
              </a:lnSpc>
              <a:spcBef>
                <a:spcPts val="0"/>
              </a:spcBef>
              <a:spcAft>
                <a:spcPts val="0"/>
              </a:spcAft>
              <a:buClr>
                <a:schemeClr val="lt2"/>
              </a:buClr>
              <a:buSzPts val="1200"/>
              <a:buNone/>
              <a:defRPr>
                <a:solidFill>
                  <a:schemeClr val="lt2"/>
                </a:solidFill>
              </a:defRPr>
            </a:lvl7pPr>
            <a:lvl8pPr lvl="7">
              <a:lnSpc>
                <a:spcPct val="90000"/>
              </a:lnSpc>
              <a:spcBef>
                <a:spcPts val="0"/>
              </a:spcBef>
              <a:spcAft>
                <a:spcPts val="0"/>
              </a:spcAft>
              <a:buClr>
                <a:schemeClr val="lt2"/>
              </a:buClr>
              <a:buSzPts val="1200"/>
              <a:buNone/>
              <a:defRPr>
                <a:solidFill>
                  <a:schemeClr val="lt2"/>
                </a:solidFill>
              </a:defRPr>
            </a:lvl8pPr>
            <a:lvl9pPr lvl="8">
              <a:lnSpc>
                <a:spcPct val="90000"/>
              </a:lnSpc>
              <a:spcBef>
                <a:spcPts val="0"/>
              </a:spcBef>
              <a:spcAft>
                <a:spcPts val="0"/>
              </a:spcAft>
              <a:buClr>
                <a:schemeClr val="lt2"/>
              </a:buClr>
              <a:buSzPts val="1200"/>
              <a:buNone/>
              <a:defRPr>
                <a:solidFill>
                  <a:schemeClr val="lt2"/>
                </a:solidFill>
              </a:defRPr>
            </a:lvl9pPr>
          </a:lstStyle>
          <a:p/>
        </p:txBody>
      </p:sp>
      <p:sp>
        <p:nvSpPr>
          <p:cNvPr id="279" name="Google Shape;279;p26"/>
          <p:cNvSpPr txBox="1"/>
          <p:nvPr>
            <p:ph idx="9" type="subTitle"/>
          </p:nvPr>
        </p:nvSpPr>
        <p:spPr>
          <a:xfrm>
            <a:off x="284775" y="3874800"/>
            <a:ext cx="2064000" cy="971400"/>
          </a:xfrm>
          <a:prstGeom prst="rect">
            <a:avLst/>
          </a:prstGeom>
        </p:spPr>
        <p:txBody>
          <a:bodyPr anchorCtr="0" anchor="t" bIns="182875" lIns="182875" spcFirstLastPara="1" rIns="182875" wrap="square" tIns="0">
            <a:noAutofit/>
          </a:bodyPr>
          <a:lstStyle>
            <a:lvl1pPr lvl="0">
              <a:spcBef>
                <a:spcPts val="0"/>
              </a:spcBef>
              <a:spcAft>
                <a:spcPts val="0"/>
              </a:spcAft>
              <a:buSzPts val="1000"/>
              <a:buNone/>
              <a:defRPr sz="1000"/>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280" name="Google Shape;280;p26"/>
          <p:cNvSpPr txBox="1"/>
          <p:nvPr>
            <p:ph idx="13" type="subTitle"/>
          </p:nvPr>
        </p:nvSpPr>
        <p:spPr>
          <a:xfrm>
            <a:off x="2454825" y="3874800"/>
            <a:ext cx="2064000" cy="971400"/>
          </a:xfrm>
          <a:prstGeom prst="rect">
            <a:avLst/>
          </a:prstGeom>
        </p:spPr>
        <p:txBody>
          <a:bodyPr anchorCtr="0" anchor="t" bIns="182875" lIns="182875" spcFirstLastPara="1" rIns="182875" wrap="square" tIns="0">
            <a:noAutofit/>
          </a:bodyPr>
          <a:lstStyle>
            <a:lvl1pPr lvl="0">
              <a:spcBef>
                <a:spcPts val="0"/>
              </a:spcBef>
              <a:spcAft>
                <a:spcPts val="0"/>
              </a:spcAft>
              <a:buSzPts val="1000"/>
              <a:buNone/>
              <a:defRPr sz="1000"/>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281" name="Google Shape;281;p26"/>
          <p:cNvSpPr txBox="1"/>
          <p:nvPr>
            <p:ph idx="14" type="subTitle"/>
          </p:nvPr>
        </p:nvSpPr>
        <p:spPr>
          <a:xfrm>
            <a:off x="4624875" y="3874800"/>
            <a:ext cx="2064000" cy="971400"/>
          </a:xfrm>
          <a:prstGeom prst="rect">
            <a:avLst/>
          </a:prstGeom>
        </p:spPr>
        <p:txBody>
          <a:bodyPr anchorCtr="0" anchor="t" bIns="182875" lIns="182875" spcFirstLastPara="1" rIns="182875" wrap="square" tIns="0">
            <a:noAutofit/>
          </a:bodyPr>
          <a:lstStyle>
            <a:lvl1pPr lvl="0">
              <a:spcBef>
                <a:spcPts val="0"/>
              </a:spcBef>
              <a:spcAft>
                <a:spcPts val="0"/>
              </a:spcAft>
              <a:buSzPts val="1000"/>
              <a:buNone/>
              <a:defRPr sz="1000"/>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282" name="Google Shape;282;p26"/>
          <p:cNvSpPr txBox="1"/>
          <p:nvPr>
            <p:ph idx="15" type="subTitle"/>
          </p:nvPr>
        </p:nvSpPr>
        <p:spPr>
          <a:xfrm>
            <a:off x="6794925" y="3874800"/>
            <a:ext cx="2064000" cy="971400"/>
          </a:xfrm>
          <a:prstGeom prst="rect">
            <a:avLst/>
          </a:prstGeom>
        </p:spPr>
        <p:txBody>
          <a:bodyPr anchorCtr="0" anchor="t" bIns="182875" lIns="182875" spcFirstLastPara="1" rIns="182875" wrap="square" tIns="0">
            <a:noAutofit/>
          </a:bodyPr>
          <a:lstStyle>
            <a:lvl1pPr lvl="0">
              <a:spcBef>
                <a:spcPts val="0"/>
              </a:spcBef>
              <a:spcAft>
                <a:spcPts val="0"/>
              </a:spcAft>
              <a:buClr>
                <a:schemeClr val="lt2"/>
              </a:buClr>
              <a:buSzPts val="1000"/>
              <a:buNone/>
              <a:defRPr sz="1000">
                <a:solidFill>
                  <a:schemeClr val="lt2"/>
                </a:solidFill>
              </a:defRPr>
            </a:lvl1pPr>
            <a:lvl2pPr lvl="1">
              <a:spcBef>
                <a:spcPts val="0"/>
              </a:spcBef>
              <a:spcAft>
                <a:spcPts val="0"/>
              </a:spcAft>
              <a:buClr>
                <a:schemeClr val="lt2"/>
              </a:buClr>
              <a:buSzPts val="1200"/>
              <a:buNone/>
              <a:defRPr>
                <a:solidFill>
                  <a:schemeClr val="lt2"/>
                </a:solidFill>
              </a:defRPr>
            </a:lvl2pPr>
            <a:lvl3pPr lvl="2">
              <a:spcBef>
                <a:spcPts val="0"/>
              </a:spcBef>
              <a:spcAft>
                <a:spcPts val="0"/>
              </a:spcAft>
              <a:buClr>
                <a:schemeClr val="lt2"/>
              </a:buClr>
              <a:buSzPts val="1200"/>
              <a:buNone/>
              <a:defRPr>
                <a:solidFill>
                  <a:schemeClr val="lt2"/>
                </a:solidFill>
              </a:defRPr>
            </a:lvl3pPr>
            <a:lvl4pPr lvl="3">
              <a:spcBef>
                <a:spcPts val="0"/>
              </a:spcBef>
              <a:spcAft>
                <a:spcPts val="0"/>
              </a:spcAft>
              <a:buClr>
                <a:schemeClr val="lt2"/>
              </a:buClr>
              <a:buSzPts val="1200"/>
              <a:buNone/>
              <a:defRPr>
                <a:solidFill>
                  <a:schemeClr val="lt2"/>
                </a:solidFill>
              </a:defRPr>
            </a:lvl4pPr>
            <a:lvl5pPr lvl="4">
              <a:spcBef>
                <a:spcPts val="0"/>
              </a:spcBef>
              <a:spcAft>
                <a:spcPts val="0"/>
              </a:spcAft>
              <a:buClr>
                <a:schemeClr val="lt2"/>
              </a:buClr>
              <a:buSzPts val="1200"/>
              <a:buNone/>
              <a:defRPr>
                <a:solidFill>
                  <a:schemeClr val="lt2"/>
                </a:solidFill>
              </a:defRPr>
            </a:lvl5pPr>
            <a:lvl6pPr lvl="5">
              <a:spcBef>
                <a:spcPts val="0"/>
              </a:spcBef>
              <a:spcAft>
                <a:spcPts val="0"/>
              </a:spcAft>
              <a:buClr>
                <a:schemeClr val="lt2"/>
              </a:buClr>
              <a:buSzPts val="1200"/>
              <a:buNone/>
              <a:defRPr>
                <a:solidFill>
                  <a:schemeClr val="lt2"/>
                </a:solidFill>
              </a:defRPr>
            </a:lvl6pPr>
            <a:lvl7pPr lvl="6">
              <a:spcBef>
                <a:spcPts val="0"/>
              </a:spcBef>
              <a:spcAft>
                <a:spcPts val="0"/>
              </a:spcAft>
              <a:buClr>
                <a:schemeClr val="lt2"/>
              </a:buClr>
              <a:buSzPts val="1200"/>
              <a:buNone/>
              <a:defRPr>
                <a:solidFill>
                  <a:schemeClr val="lt2"/>
                </a:solidFill>
              </a:defRPr>
            </a:lvl7pPr>
            <a:lvl8pPr lvl="7">
              <a:spcBef>
                <a:spcPts val="0"/>
              </a:spcBef>
              <a:spcAft>
                <a:spcPts val="0"/>
              </a:spcAft>
              <a:buClr>
                <a:schemeClr val="lt2"/>
              </a:buClr>
              <a:buSzPts val="1200"/>
              <a:buNone/>
              <a:defRPr>
                <a:solidFill>
                  <a:schemeClr val="lt2"/>
                </a:solidFill>
              </a:defRPr>
            </a:lvl8pPr>
            <a:lvl9pPr lvl="8">
              <a:spcBef>
                <a:spcPts val="0"/>
              </a:spcBef>
              <a:spcAft>
                <a:spcPts val="0"/>
              </a:spcAft>
              <a:buClr>
                <a:schemeClr val="lt2"/>
              </a:buClr>
              <a:buSzPts val="1200"/>
              <a:buNone/>
              <a:defRPr>
                <a:solidFill>
                  <a:schemeClr val="lt2"/>
                </a:solidFill>
              </a:defRPr>
            </a:lvl9pPr>
          </a:lstStyle>
          <a:p/>
        </p:txBody>
      </p:sp>
      <p:sp>
        <p:nvSpPr>
          <p:cNvPr id="283" name="Google Shape;283;p26"/>
          <p:cNvSpPr txBox="1"/>
          <p:nvPr>
            <p:ph type="title"/>
          </p:nvPr>
        </p:nvSpPr>
        <p:spPr>
          <a:xfrm>
            <a:off x="284775" y="282900"/>
            <a:ext cx="7851300" cy="4764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cards - Alt 2">
  <p:cSld name="CUSTOM_12">
    <p:spTree>
      <p:nvGrpSpPr>
        <p:cNvPr id="284" name="Shape 284"/>
        <p:cNvGrpSpPr/>
        <p:nvPr/>
      </p:nvGrpSpPr>
      <p:grpSpPr>
        <a:xfrm>
          <a:off x="0" y="0"/>
          <a:ext cx="0" cy="0"/>
          <a:chOff x="0" y="0"/>
          <a:chExt cx="0" cy="0"/>
        </a:xfrm>
      </p:grpSpPr>
      <p:sp>
        <p:nvSpPr>
          <p:cNvPr id="285" name="Google Shape;285;p27"/>
          <p:cNvSpPr txBox="1"/>
          <p:nvPr>
            <p:ph type="title"/>
          </p:nvPr>
        </p:nvSpPr>
        <p:spPr>
          <a:xfrm>
            <a:off x="3901500" y="1277850"/>
            <a:ext cx="1157700" cy="1010400"/>
          </a:xfrm>
          <a:prstGeom prst="rect">
            <a:avLst/>
          </a:prstGeom>
        </p:spPr>
        <p:txBody>
          <a:bodyPr anchorCtr="0" anchor="t" bIns="0" lIns="164575" spcFirstLastPara="1" rIns="91425" wrap="square" tIns="164575">
            <a:spAutoFit/>
          </a:bodyPr>
          <a:lstStyle>
            <a:lvl1pPr lvl="0">
              <a:lnSpc>
                <a:spcPct val="100000"/>
              </a:lnSpc>
              <a:spcBef>
                <a:spcPts val="0"/>
              </a:spcBef>
              <a:spcAft>
                <a:spcPts val="0"/>
              </a:spcAft>
              <a:buNone/>
              <a:defRPr sz="1000">
                <a:latin typeface="Instrument Sans Medium"/>
                <a:ea typeface="Instrument Sans Medium"/>
                <a:cs typeface="Instrument Sans Medium"/>
                <a:sym typeface="Instrument Sans Medium"/>
              </a:defRPr>
            </a:lvl1pPr>
            <a:lvl2pPr lvl="1">
              <a:lnSpc>
                <a:spcPct val="115000"/>
              </a:lnSpc>
              <a:spcBef>
                <a:spcPts val="0"/>
              </a:spcBef>
              <a:spcAft>
                <a:spcPts val="0"/>
              </a:spcAft>
              <a:buNone/>
              <a:defRPr b="1" sz="1200">
                <a:solidFill>
                  <a:schemeClr val="lt2"/>
                </a:solidFill>
              </a:defRPr>
            </a:lvl2pPr>
            <a:lvl3pPr lvl="2">
              <a:lnSpc>
                <a:spcPct val="115000"/>
              </a:lnSpc>
              <a:spcBef>
                <a:spcPts val="0"/>
              </a:spcBef>
              <a:spcAft>
                <a:spcPts val="0"/>
              </a:spcAft>
              <a:buNone/>
              <a:defRPr b="1" sz="1200">
                <a:solidFill>
                  <a:schemeClr val="lt2"/>
                </a:solidFill>
              </a:defRPr>
            </a:lvl3pPr>
            <a:lvl4pPr lvl="3">
              <a:lnSpc>
                <a:spcPct val="115000"/>
              </a:lnSpc>
              <a:spcBef>
                <a:spcPts val="0"/>
              </a:spcBef>
              <a:spcAft>
                <a:spcPts val="0"/>
              </a:spcAft>
              <a:buNone/>
              <a:defRPr b="1" sz="1200">
                <a:solidFill>
                  <a:schemeClr val="lt2"/>
                </a:solidFill>
              </a:defRPr>
            </a:lvl4pPr>
            <a:lvl5pPr lvl="4">
              <a:lnSpc>
                <a:spcPct val="115000"/>
              </a:lnSpc>
              <a:spcBef>
                <a:spcPts val="0"/>
              </a:spcBef>
              <a:spcAft>
                <a:spcPts val="0"/>
              </a:spcAft>
              <a:buNone/>
              <a:defRPr b="1" sz="1200">
                <a:solidFill>
                  <a:schemeClr val="lt2"/>
                </a:solidFill>
              </a:defRPr>
            </a:lvl5pPr>
            <a:lvl6pPr lvl="5">
              <a:lnSpc>
                <a:spcPct val="115000"/>
              </a:lnSpc>
              <a:spcBef>
                <a:spcPts val="0"/>
              </a:spcBef>
              <a:spcAft>
                <a:spcPts val="0"/>
              </a:spcAft>
              <a:buNone/>
              <a:defRPr b="1" sz="1200">
                <a:solidFill>
                  <a:schemeClr val="lt2"/>
                </a:solidFill>
              </a:defRPr>
            </a:lvl6pPr>
            <a:lvl7pPr lvl="6">
              <a:lnSpc>
                <a:spcPct val="115000"/>
              </a:lnSpc>
              <a:spcBef>
                <a:spcPts val="0"/>
              </a:spcBef>
              <a:spcAft>
                <a:spcPts val="0"/>
              </a:spcAft>
              <a:buNone/>
              <a:defRPr b="1" sz="1200">
                <a:solidFill>
                  <a:schemeClr val="lt2"/>
                </a:solidFill>
              </a:defRPr>
            </a:lvl7pPr>
            <a:lvl8pPr lvl="7">
              <a:lnSpc>
                <a:spcPct val="115000"/>
              </a:lnSpc>
              <a:spcBef>
                <a:spcPts val="0"/>
              </a:spcBef>
              <a:spcAft>
                <a:spcPts val="0"/>
              </a:spcAft>
              <a:buNone/>
              <a:defRPr b="1" sz="1200">
                <a:solidFill>
                  <a:schemeClr val="lt2"/>
                </a:solidFill>
              </a:defRPr>
            </a:lvl8pPr>
            <a:lvl9pPr lvl="8">
              <a:lnSpc>
                <a:spcPct val="115000"/>
              </a:lnSpc>
              <a:spcBef>
                <a:spcPts val="0"/>
              </a:spcBef>
              <a:spcAft>
                <a:spcPts val="0"/>
              </a:spcAft>
              <a:buNone/>
              <a:defRPr b="1" sz="1200">
                <a:solidFill>
                  <a:schemeClr val="lt2"/>
                </a:solidFill>
              </a:defRPr>
            </a:lvl9pPr>
          </a:lstStyle>
          <a:p/>
        </p:txBody>
      </p:sp>
      <p:sp>
        <p:nvSpPr>
          <p:cNvPr id="286" name="Google Shape;286;p27"/>
          <p:cNvSpPr/>
          <p:nvPr>
            <p:ph idx="2" type="pic"/>
          </p:nvPr>
        </p:nvSpPr>
        <p:spPr>
          <a:xfrm>
            <a:off x="1731450" y="1277775"/>
            <a:ext cx="2062500" cy="3352200"/>
          </a:xfrm>
          <a:prstGeom prst="roundRect">
            <a:avLst>
              <a:gd fmla="val 10994" name="adj"/>
            </a:avLst>
          </a:prstGeom>
          <a:noFill/>
          <a:ln>
            <a:noFill/>
          </a:ln>
        </p:spPr>
      </p:sp>
      <p:sp>
        <p:nvSpPr>
          <p:cNvPr id="287" name="Google Shape;287;p27"/>
          <p:cNvSpPr txBox="1"/>
          <p:nvPr>
            <p:ph idx="3" type="title"/>
          </p:nvPr>
        </p:nvSpPr>
        <p:spPr>
          <a:xfrm>
            <a:off x="284775" y="282900"/>
            <a:ext cx="7851300" cy="4764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288" name="Google Shape;288;p27"/>
          <p:cNvSpPr txBox="1"/>
          <p:nvPr>
            <p:ph idx="1" type="subTitle"/>
          </p:nvPr>
        </p:nvSpPr>
        <p:spPr>
          <a:xfrm>
            <a:off x="1729925" y="1430175"/>
            <a:ext cx="2064000" cy="971400"/>
          </a:xfrm>
          <a:prstGeom prst="rect">
            <a:avLst/>
          </a:prstGeom>
        </p:spPr>
        <p:txBody>
          <a:bodyPr anchorCtr="0" anchor="t" bIns="182875" lIns="182875" spcFirstLastPara="1" rIns="182875" wrap="square" tIns="0">
            <a:noAutofit/>
          </a:bodyPr>
          <a:lstStyle>
            <a:lvl1pPr lvl="0">
              <a:spcBef>
                <a:spcPts val="0"/>
              </a:spcBef>
              <a:spcAft>
                <a:spcPts val="0"/>
              </a:spcAft>
              <a:buSzPts val="1000"/>
              <a:buNone/>
              <a:defRPr sz="1000"/>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289" name="Google Shape;289;p27"/>
          <p:cNvSpPr txBox="1"/>
          <p:nvPr>
            <p:ph idx="4" type="title"/>
          </p:nvPr>
        </p:nvSpPr>
        <p:spPr>
          <a:xfrm>
            <a:off x="6071550" y="2401575"/>
            <a:ext cx="2787900" cy="409500"/>
          </a:xfrm>
          <a:prstGeom prst="rect">
            <a:avLst/>
          </a:prstGeom>
        </p:spPr>
        <p:txBody>
          <a:bodyPr anchorCtr="0" anchor="t" bIns="0" lIns="164575" spcFirstLastPara="1" rIns="91425" wrap="square" tIns="164575">
            <a:spAutoFit/>
          </a:bodyPr>
          <a:lstStyle>
            <a:lvl1pPr lvl="0">
              <a:spcBef>
                <a:spcPts val="0"/>
              </a:spcBef>
              <a:spcAft>
                <a:spcPts val="0"/>
              </a:spcAft>
              <a:buNone/>
              <a:defRPr sz="1000">
                <a:latin typeface="Instrument Sans SemiBold"/>
                <a:ea typeface="Instrument Sans SemiBold"/>
                <a:cs typeface="Instrument Sans SemiBold"/>
                <a:sym typeface="Instrument Sans SemiBold"/>
              </a:defRPr>
            </a:lvl1pPr>
            <a:lvl2pPr lvl="1">
              <a:lnSpc>
                <a:spcPct val="115000"/>
              </a:lnSpc>
              <a:spcBef>
                <a:spcPts val="0"/>
              </a:spcBef>
              <a:spcAft>
                <a:spcPts val="0"/>
              </a:spcAft>
              <a:buNone/>
              <a:defRPr b="1" sz="1000">
                <a:solidFill>
                  <a:schemeClr val="lt2"/>
                </a:solidFill>
                <a:latin typeface="Instrument Sans"/>
                <a:ea typeface="Instrument Sans"/>
                <a:cs typeface="Instrument Sans"/>
                <a:sym typeface="Instrument Sans"/>
              </a:defRPr>
            </a:lvl2pPr>
            <a:lvl3pPr lvl="2">
              <a:lnSpc>
                <a:spcPct val="115000"/>
              </a:lnSpc>
              <a:spcBef>
                <a:spcPts val="0"/>
              </a:spcBef>
              <a:spcAft>
                <a:spcPts val="0"/>
              </a:spcAft>
              <a:buNone/>
              <a:defRPr b="1" sz="1000">
                <a:solidFill>
                  <a:schemeClr val="lt2"/>
                </a:solidFill>
                <a:latin typeface="Instrument Sans"/>
                <a:ea typeface="Instrument Sans"/>
                <a:cs typeface="Instrument Sans"/>
                <a:sym typeface="Instrument Sans"/>
              </a:defRPr>
            </a:lvl3pPr>
            <a:lvl4pPr lvl="3">
              <a:lnSpc>
                <a:spcPct val="115000"/>
              </a:lnSpc>
              <a:spcBef>
                <a:spcPts val="0"/>
              </a:spcBef>
              <a:spcAft>
                <a:spcPts val="0"/>
              </a:spcAft>
              <a:buNone/>
              <a:defRPr b="1" sz="1000">
                <a:solidFill>
                  <a:schemeClr val="lt2"/>
                </a:solidFill>
                <a:latin typeface="Instrument Sans"/>
                <a:ea typeface="Instrument Sans"/>
                <a:cs typeface="Instrument Sans"/>
                <a:sym typeface="Instrument Sans"/>
              </a:defRPr>
            </a:lvl4pPr>
            <a:lvl5pPr lvl="4">
              <a:lnSpc>
                <a:spcPct val="115000"/>
              </a:lnSpc>
              <a:spcBef>
                <a:spcPts val="0"/>
              </a:spcBef>
              <a:spcAft>
                <a:spcPts val="0"/>
              </a:spcAft>
              <a:buNone/>
              <a:defRPr b="1" sz="1000">
                <a:solidFill>
                  <a:schemeClr val="lt2"/>
                </a:solidFill>
                <a:latin typeface="Instrument Sans"/>
                <a:ea typeface="Instrument Sans"/>
                <a:cs typeface="Instrument Sans"/>
                <a:sym typeface="Instrument Sans"/>
              </a:defRPr>
            </a:lvl5pPr>
            <a:lvl6pPr lvl="5">
              <a:lnSpc>
                <a:spcPct val="115000"/>
              </a:lnSpc>
              <a:spcBef>
                <a:spcPts val="0"/>
              </a:spcBef>
              <a:spcAft>
                <a:spcPts val="0"/>
              </a:spcAft>
              <a:buNone/>
              <a:defRPr b="1" sz="1000">
                <a:solidFill>
                  <a:schemeClr val="lt2"/>
                </a:solidFill>
                <a:latin typeface="Instrument Sans"/>
                <a:ea typeface="Instrument Sans"/>
                <a:cs typeface="Instrument Sans"/>
                <a:sym typeface="Instrument Sans"/>
              </a:defRPr>
            </a:lvl6pPr>
            <a:lvl7pPr lvl="6">
              <a:lnSpc>
                <a:spcPct val="115000"/>
              </a:lnSpc>
              <a:spcBef>
                <a:spcPts val="0"/>
              </a:spcBef>
              <a:spcAft>
                <a:spcPts val="0"/>
              </a:spcAft>
              <a:buNone/>
              <a:defRPr b="1" sz="1000">
                <a:solidFill>
                  <a:schemeClr val="lt2"/>
                </a:solidFill>
                <a:latin typeface="Instrument Sans"/>
                <a:ea typeface="Instrument Sans"/>
                <a:cs typeface="Instrument Sans"/>
                <a:sym typeface="Instrument Sans"/>
              </a:defRPr>
            </a:lvl7pPr>
            <a:lvl8pPr lvl="7">
              <a:lnSpc>
                <a:spcPct val="115000"/>
              </a:lnSpc>
              <a:spcBef>
                <a:spcPts val="0"/>
              </a:spcBef>
              <a:spcAft>
                <a:spcPts val="0"/>
              </a:spcAft>
              <a:buNone/>
              <a:defRPr b="1" sz="1000">
                <a:solidFill>
                  <a:schemeClr val="lt2"/>
                </a:solidFill>
                <a:latin typeface="Instrument Sans"/>
                <a:ea typeface="Instrument Sans"/>
                <a:cs typeface="Instrument Sans"/>
                <a:sym typeface="Instrument Sans"/>
              </a:defRPr>
            </a:lvl8pPr>
            <a:lvl9pPr lvl="8">
              <a:lnSpc>
                <a:spcPct val="115000"/>
              </a:lnSpc>
              <a:spcBef>
                <a:spcPts val="0"/>
              </a:spcBef>
              <a:spcAft>
                <a:spcPts val="0"/>
              </a:spcAft>
              <a:buNone/>
              <a:defRPr b="1" sz="1000">
                <a:solidFill>
                  <a:schemeClr val="lt2"/>
                </a:solidFill>
                <a:latin typeface="Instrument Sans"/>
                <a:ea typeface="Instrument Sans"/>
                <a:cs typeface="Instrument Sans"/>
                <a:sym typeface="Instrument Sans"/>
              </a:defRPr>
            </a:lvl9pPr>
          </a:lstStyle>
          <a:p/>
        </p:txBody>
      </p:sp>
      <p:sp>
        <p:nvSpPr>
          <p:cNvPr id="290" name="Google Shape;290;p27"/>
          <p:cNvSpPr txBox="1"/>
          <p:nvPr>
            <p:ph idx="5" type="subTitle"/>
          </p:nvPr>
        </p:nvSpPr>
        <p:spPr>
          <a:xfrm>
            <a:off x="1731400" y="4750800"/>
            <a:ext cx="1340700" cy="1032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600"/>
            </a:lvl1pPr>
            <a:lvl2pPr lvl="1">
              <a:spcBef>
                <a:spcPts val="0"/>
              </a:spcBef>
              <a:spcAft>
                <a:spcPts val="0"/>
              </a:spcAft>
              <a:buClr>
                <a:schemeClr val="lt1"/>
              </a:buClr>
              <a:buSzPts val="600"/>
              <a:buNone/>
              <a:defRPr sz="600"/>
            </a:lvl2pPr>
            <a:lvl3pPr lvl="2">
              <a:spcBef>
                <a:spcPts val="0"/>
              </a:spcBef>
              <a:spcAft>
                <a:spcPts val="0"/>
              </a:spcAft>
              <a:buClr>
                <a:schemeClr val="lt1"/>
              </a:buClr>
              <a:buSzPts val="600"/>
              <a:buNone/>
              <a:defRPr sz="600"/>
            </a:lvl3pPr>
            <a:lvl4pPr lvl="3">
              <a:spcBef>
                <a:spcPts val="0"/>
              </a:spcBef>
              <a:spcAft>
                <a:spcPts val="0"/>
              </a:spcAft>
              <a:buClr>
                <a:schemeClr val="lt1"/>
              </a:buClr>
              <a:buSzPts val="600"/>
              <a:buNone/>
              <a:defRPr sz="600"/>
            </a:lvl4pPr>
            <a:lvl5pPr lvl="4">
              <a:spcBef>
                <a:spcPts val="0"/>
              </a:spcBef>
              <a:spcAft>
                <a:spcPts val="0"/>
              </a:spcAft>
              <a:buClr>
                <a:schemeClr val="lt1"/>
              </a:buClr>
              <a:buSzPts val="600"/>
              <a:buNone/>
              <a:defRPr sz="600"/>
            </a:lvl5pPr>
            <a:lvl6pPr lvl="5">
              <a:spcBef>
                <a:spcPts val="0"/>
              </a:spcBef>
              <a:spcAft>
                <a:spcPts val="0"/>
              </a:spcAft>
              <a:buClr>
                <a:schemeClr val="lt1"/>
              </a:buClr>
              <a:buSzPts val="600"/>
              <a:buNone/>
              <a:defRPr sz="600"/>
            </a:lvl6pPr>
            <a:lvl7pPr lvl="6">
              <a:spcBef>
                <a:spcPts val="0"/>
              </a:spcBef>
              <a:spcAft>
                <a:spcPts val="0"/>
              </a:spcAft>
              <a:buClr>
                <a:schemeClr val="lt1"/>
              </a:buClr>
              <a:buSzPts val="600"/>
              <a:buNone/>
              <a:defRPr sz="600"/>
            </a:lvl7pPr>
            <a:lvl8pPr lvl="7">
              <a:spcBef>
                <a:spcPts val="0"/>
              </a:spcBef>
              <a:spcAft>
                <a:spcPts val="0"/>
              </a:spcAft>
              <a:buClr>
                <a:schemeClr val="lt1"/>
              </a:buClr>
              <a:buSzPts val="600"/>
              <a:buNone/>
              <a:defRPr sz="600"/>
            </a:lvl8pPr>
            <a:lvl9pPr lvl="8">
              <a:spcBef>
                <a:spcPts val="0"/>
              </a:spcBef>
              <a:spcAft>
                <a:spcPts val="0"/>
              </a:spcAft>
              <a:buClr>
                <a:schemeClr val="lt1"/>
              </a:buClr>
              <a:buSzPts val="600"/>
              <a:buNone/>
              <a:defRPr sz="600"/>
            </a:lvl9pPr>
          </a:lstStyle>
          <a:p/>
        </p:txBody>
      </p:sp>
      <p:sp>
        <p:nvSpPr>
          <p:cNvPr id="291" name="Google Shape;291;p27"/>
          <p:cNvSpPr txBox="1"/>
          <p:nvPr>
            <p:ph idx="6" type="subTitle"/>
          </p:nvPr>
        </p:nvSpPr>
        <p:spPr>
          <a:xfrm>
            <a:off x="7518500" y="4750800"/>
            <a:ext cx="1340700" cy="103200"/>
          </a:xfrm>
          <a:prstGeom prst="rect">
            <a:avLst/>
          </a:prstGeom>
        </p:spPr>
        <p:txBody>
          <a:bodyPr anchorCtr="0" anchor="t" bIns="0" lIns="0" spcFirstLastPara="1" rIns="0" wrap="square" tIns="0">
            <a:noAutofit/>
          </a:bodyPr>
          <a:lstStyle>
            <a:lvl1pPr lvl="0" algn="r">
              <a:lnSpc>
                <a:spcPct val="115000"/>
              </a:lnSpc>
              <a:spcBef>
                <a:spcPts val="0"/>
              </a:spcBef>
              <a:spcAft>
                <a:spcPts val="0"/>
              </a:spcAft>
              <a:buNone/>
              <a:defRPr sz="600"/>
            </a:lvl1pPr>
            <a:lvl2pPr lvl="1" algn="r">
              <a:spcBef>
                <a:spcPts val="0"/>
              </a:spcBef>
              <a:spcAft>
                <a:spcPts val="0"/>
              </a:spcAft>
              <a:buClr>
                <a:schemeClr val="lt1"/>
              </a:buClr>
              <a:buSzPts val="600"/>
              <a:buNone/>
              <a:defRPr sz="600"/>
            </a:lvl2pPr>
            <a:lvl3pPr lvl="2" algn="r">
              <a:spcBef>
                <a:spcPts val="0"/>
              </a:spcBef>
              <a:spcAft>
                <a:spcPts val="0"/>
              </a:spcAft>
              <a:buClr>
                <a:schemeClr val="lt1"/>
              </a:buClr>
              <a:buSzPts val="600"/>
              <a:buNone/>
              <a:defRPr sz="600"/>
            </a:lvl3pPr>
            <a:lvl4pPr lvl="3" algn="r">
              <a:spcBef>
                <a:spcPts val="0"/>
              </a:spcBef>
              <a:spcAft>
                <a:spcPts val="0"/>
              </a:spcAft>
              <a:buClr>
                <a:schemeClr val="lt1"/>
              </a:buClr>
              <a:buSzPts val="600"/>
              <a:buNone/>
              <a:defRPr sz="600"/>
            </a:lvl4pPr>
            <a:lvl5pPr lvl="4" algn="r">
              <a:spcBef>
                <a:spcPts val="0"/>
              </a:spcBef>
              <a:spcAft>
                <a:spcPts val="0"/>
              </a:spcAft>
              <a:buClr>
                <a:schemeClr val="lt1"/>
              </a:buClr>
              <a:buSzPts val="600"/>
              <a:buNone/>
              <a:defRPr sz="600"/>
            </a:lvl5pPr>
            <a:lvl6pPr lvl="5" algn="r">
              <a:spcBef>
                <a:spcPts val="0"/>
              </a:spcBef>
              <a:spcAft>
                <a:spcPts val="0"/>
              </a:spcAft>
              <a:buClr>
                <a:schemeClr val="lt1"/>
              </a:buClr>
              <a:buSzPts val="600"/>
              <a:buNone/>
              <a:defRPr sz="600"/>
            </a:lvl6pPr>
            <a:lvl7pPr lvl="6" algn="r">
              <a:spcBef>
                <a:spcPts val="0"/>
              </a:spcBef>
              <a:spcAft>
                <a:spcPts val="0"/>
              </a:spcAft>
              <a:buClr>
                <a:schemeClr val="lt1"/>
              </a:buClr>
              <a:buSzPts val="600"/>
              <a:buNone/>
              <a:defRPr sz="600"/>
            </a:lvl7pPr>
            <a:lvl8pPr lvl="7" algn="r">
              <a:spcBef>
                <a:spcPts val="0"/>
              </a:spcBef>
              <a:spcAft>
                <a:spcPts val="0"/>
              </a:spcAft>
              <a:buClr>
                <a:schemeClr val="lt1"/>
              </a:buClr>
              <a:buSzPts val="600"/>
              <a:buNone/>
              <a:defRPr sz="600"/>
            </a:lvl8pPr>
            <a:lvl9pPr lvl="8" algn="r">
              <a:spcBef>
                <a:spcPts val="0"/>
              </a:spcBef>
              <a:spcAft>
                <a:spcPts val="0"/>
              </a:spcAft>
              <a:buClr>
                <a:schemeClr val="lt1"/>
              </a:buClr>
              <a:buSzPts val="600"/>
              <a:buNone/>
              <a:defRPr sz="600"/>
            </a:lvl9pPr>
          </a:lstStyle>
          <a:p/>
        </p:txBody>
      </p:sp>
      <p:sp>
        <p:nvSpPr>
          <p:cNvPr id="292" name="Google Shape;292;p27"/>
          <p:cNvSpPr txBox="1"/>
          <p:nvPr>
            <p:ph idx="7" type="subTitle"/>
          </p:nvPr>
        </p:nvSpPr>
        <p:spPr>
          <a:xfrm>
            <a:off x="4071675" y="3061794"/>
            <a:ext cx="1728300" cy="173100"/>
          </a:xfrm>
          <a:prstGeom prst="rect">
            <a:avLst/>
          </a:prstGeom>
        </p:spPr>
        <p:txBody>
          <a:bodyPr anchorCtr="0" anchor="t" bIns="0" lIns="0" spcFirstLastPara="1" rIns="0" wrap="square" tIns="0">
            <a:noAutofit/>
          </a:bodyPr>
          <a:lstStyle>
            <a:lvl1pPr lvl="0">
              <a:spcBef>
                <a:spcPts val="0"/>
              </a:spcBef>
              <a:spcAft>
                <a:spcPts val="0"/>
              </a:spcAft>
              <a:buNone/>
              <a:defRPr sz="1000">
                <a:latin typeface="Instrument Sans Medium"/>
                <a:ea typeface="Instrument Sans Medium"/>
                <a:cs typeface="Instrument Sans Medium"/>
                <a:sym typeface="Instrument Sans Medium"/>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293" name="Google Shape;293;p27"/>
          <p:cNvSpPr txBox="1"/>
          <p:nvPr>
            <p:ph idx="8" type="subTitle"/>
          </p:nvPr>
        </p:nvSpPr>
        <p:spPr>
          <a:xfrm>
            <a:off x="4071675" y="2542375"/>
            <a:ext cx="1728300" cy="519300"/>
          </a:xfrm>
          <a:prstGeom prst="rect">
            <a:avLst/>
          </a:prstGeom>
        </p:spPr>
        <p:txBody>
          <a:bodyPr anchorCtr="0" anchor="t" bIns="0" lIns="0" spcFirstLastPara="1" rIns="0" wrap="square" tIns="0">
            <a:noAutofit/>
          </a:bodyPr>
          <a:lstStyle>
            <a:lvl1pPr lvl="0">
              <a:spcBef>
                <a:spcPts val="0"/>
              </a:spcBef>
              <a:spcAft>
                <a:spcPts val="0"/>
              </a:spcAft>
              <a:buNone/>
              <a:defRPr sz="3600">
                <a:latin typeface="Outfit"/>
                <a:ea typeface="Outfit"/>
                <a:cs typeface="Outfit"/>
                <a:sym typeface="Outfit"/>
              </a:defRPr>
            </a:lvl1pPr>
            <a:lvl2pPr lvl="1">
              <a:spcBef>
                <a:spcPts val="0"/>
              </a:spcBef>
              <a:spcAft>
                <a:spcPts val="0"/>
              </a:spcAft>
              <a:buSzPts val="3600"/>
              <a:buFont typeface="Outfit"/>
              <a:buNone/>
              <a:defRPr sz="3600">
                <a:latin typeface="Outfit"/>
                <a:ea typeface="Outfit"/>
                <a:cs typeface="Outfit"/>
                <a:sym typeface="Outfit"/>
              </a:defRPr>
            </a:lvl2pPr>
            <a:lvl3pPr lvl="2">
              <a:spcBef>
                <a:spcPts val="0"/>
              </a:spcBef>
              <a:spcAft>
                <a:spcPts val="0"/>
              </a:spcAft>
              <a:buSzPts val="3600"/>
              <a:buFont typeface="Outfit"/>
              <a:buNone/>
              <a:defRPr sz="3600">
                <a:latin typeface="Outfit"/>
                <a:ea typeface="Outfit"/>
                <a:cs typeface="Outfit"/>
                <a:sym typeface="Outfit"/>
              </a:defRPr>
            </a:lvl3pPr>
            <a:lvl4pPr lvl="3">
              <a:spcBef>
                <a:spcPts val="0"/>
              </a:spcBef>
              <a:spcAft>
                <a:spcPts val="0"/>
              </a:spcAft>
              <a:buSzPts val="3600"/>
              <a:buFont typeface="Outfit"/>
              <a:buNone/>
              <a:defRPr sz="3600">
                <a:latin typeface="Outfit"/>
                <a:ea typeface="Outfit"/>
                <a:cs typeface="Outfit"/>
                <a:sym typeface="Outfit"/>
              </a:defRPr>
            </a:lvl4pPr>
            <a:lvl5pPr lvl="4">
              <a:spcBef>
                <a:spcPts val="0"/>
              </a:spcBef>
              <a:spcAft>
                <a:spcPts val="0"/>
              </a:spcAft>
              <a:buSzPts val="3600"/>
              <a:buFont typeface="Outfit"/>
              <a:buNone/>
              <a:defRPr sz="3600">
                <a:latin typeface="Outfit"/>
                <a:ea typeface="Outfit"/>
                <a:cs typeface="Outfit"/>
                <a:sym typeface="Outfit"/>
              </a:defRPr>
            </a:lvl5pPr>
            <a:lvl6pPr lvl="5">
              <a:spcBef>
                <a:spcPts val="0"/>
              </a:spcBef>
              <a:spcAft>
                <a:spcPts val="0"/>
              </a:spcAft>
              <a:buSzPts val="3600"/>
              <a:buFont typeface="Outfit"/>
              <a:buNone/>
              <a:defRPr sz="3600">
                <a:latin typeface="Outfit"/>
                <a:ea typeface="Outfit"/>
                <a:cs typeface="Outfit"/>
                <a:sym typeface="Outfit"/>
              </a:defRPr>
            </a:lvl6pPr>
            <a:lvl7pPr lvl="6">
              <a:spcBef>
                <a:spcPts val="0"/>
              </a:spcBef>
              <a:spcAft>
                <a:spcPts val="0"/>
              </a:spcAft>
              <a:buSzPts val="3600"/>
              <a:buFont typeface="Outfit"/>
              <a:buNone/>
              <a:defRPr sz="3600">
                <a:latin typeface="Outfit"/>
                <a:ea typeface="Outfit"/>
                <a:cs typeface="Outfit"/>
                <a:sym typeface="Outfit"/>
              </a:defRPr>
            </a:lvl7pPr>
            <a:lvl8pPr lvl="7">
              <a:spcBef>
                <a:spcPts val="0"/>
              </a:spcBef>
              <a:spcAft>
                <a:spcPts val="0"/>
              </a:spcAft>
              <a:buSzPts val="3600"/>
              <a:buFont typeface="Outfit"/>
              <a:buNone/>
              <a:defRPr sz="3600">
                <a:latin typeface="Outfit"/>
                <a:ea typeface="Outfit"/>
                <a:cs typeface="Outfit"/>
                <a:sym typeface="Outfit"/>
              </a:defRPr>
            </a:lvl8pPr>
            <a:lvl9pPr lvl="8">
              <a:spcBef>
                <a:spcPts val="0"/>
              </a:spcBef>
              <a:spcAft>
                <a:spcPts val="0"/>
              </a:spcAft>
              <a:buSzPts val="3600"/>
              <a:buFont typeface="Outfit"/>
              <a:buNone/>
              <a:defRPr sz="3600">
                <a:latin typeface="Outfit"/>
                <a:ea typeface="Outfit"/>
                <a:cs typeface="Outfit"/>
                <a:sym typeface="Outfit"/>
              </a:defRPr>
            </a:lvl9pPr>
          </a:lstStyle>
          <a:p/>
        </p:txBody>
      </p:sp>
      <p:sp>
        <p:nvSpPr>
          <p:cNvPr id="294" name="Google Shape;294;p27"/>
          <p:cNvSpPr txBox="1"/>
          <p:nvPr>
            <p:ph idx="9" type="subTitle"/>
          </p:nvPr>
        </p:nvSpPr>
        <p:spPr>
          <a:xfrm>
            <a:off x="4071675" y="4178694"/>
            <a:ext cx="1728300" cy="173100"/>
          </a:xfrm>
          <a:prstGeom prst="rect">
            <a:avLst/>
          </a:prstGeom>
        </p:spPr>
        <p:txBody>
          <a:bodyPr anchorCtr="0" anchor="t" bIns="0" lIns="0" spcFirstLastPara="1" rIns="0" wrap="square" tIns="0">
            <a:noAutofit/>
          </a:bodyPr>
          <a:lstStyle>
            <a:lvl1pPr lvl="0">
              <a:spcBef>
                <a:spcPts val="0"/>
              </a:spcBef>
              <a:spcAft>
                <a:spcPts val="0"/>
              </a:spcAft>
              <a:buNone/>
              <a:defRPr sz="1000">
                <a:latin typeface="Instrument Sans Medium"/>
                <a:ea typeface="Instrument Sans Medium"/>
                <a:cs typeface="Instrument Sans Medium"/>
                <a:sym typeface="Instrument Sans Medium"/>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295" name="Google Shape;295;p27"/>
          <p:cNvSpPr txBox="1"/>
          <p:nvPr>
            <p:ph idx="13" type="subTitle"/>
          </p:nvPr>
        </p:nvSpPr>
        <p:spPr>
          <a:xfrm>
            <a:off x="4071675" y="3659275"/>
            <a:ext cx="1728300" cy="519300"/>
          </a:xfrm>
          <a:prstGeom prst="rect">
            <a:avLst/>
          </a:prstGeom>
        </p:spPr>
        <p:txBody>
          <a:bodyPr anchorCtr="0" anchor="t" bIns="0" lIns="0" spcFirstLastPara="1" rIns="0" wrap="square" tIns="0">
            <a:noAutofit/>
          </a:bodyPr>
          <a:lstStyle>
            <a:lvl1pPr lvl="0">
              <a:spcBef>
                <a:spcPts val="0"/>
              </a:spcBef>
              <a:spcAft>
                <a:spcPts val="0"/>
              </a:spcAft>
              <a:buNone/>
              <a:defRPr sz="3600">
                <a:latin typeface="Outfit"/>
                <a:ea typeface="Outfit"/>
                <a:cs typeface="Outfit"/>
                <a:sym typeface="Outfit"/>
              </a:defRPr>
            </a:lvl1pPr>
            <a:lvl2pPr lvl="1">
              <a:spcBef>
                <a:spcPts val="0"/>
              </a:spcBef>
              <a:spcAft>
                <a:spcPts val="0"/>
              </a:spcAft>
              <a:buSzPts val="3600"/>
              <a:buFont typeface="Outfit"/>
              <a:buNone/>
              <a:defRPr sz="3600">
                <a:latin typeface="Outfit"/>
                <a:ea typeface="Outfit"/>
                <a:cs typeface="Outfit"/>
                <a:sym typeface="Outfit"/>
              </a:defRPr>
            </a:lvl2pPr>
            <a:lvl3pPr lvl="2">
              <a:spcBef>
                <a:spcPts val="0"/>
              </a:spcBef>
              <a:spcAft>
                <a:spcPts val="0"/>
              </a:spcAft>
              <a:buSzPts val="3600"/>
              <a:buFont typeface="Outfit"/>
              <a:buNone/>
              <a:defRPr sz="3600">
                <a:latin typeface="Outfit"/>
                <a:ea typeface="Outfit"/>
                <a:cs typeface="Outfit"/>
                <a:sym typeface="Outfit"/>
              </a:defRPr>
            </a:lvl3pPr>
            <a:lvl4pPr lvl="3">
              <a:spcBef>
                <a:spcPts val="0"/>
              </a:spcBef>
              <a:spcAft>
                <a:spcPts val="0"/>
              </a:spcAft>
              <a:buSzPts val="3600"/>
              <a:buFont typeface="Outfit"/>
              <a:buNone/>
              <a:defRPr sz="3600">
                <a:latin typeface="Outfit"/>
                <a:ea typeface="Outfit"/>
                <a:cs typeface="Outfit"/>
                <a:sym typeface="Outfit"/>
              </a:defRPr>
            </a:lvl4pPr>
            <a:lvl5pPr lvl="4">
              <a:spcBef>
                <a:spcPts val="0"/>
              </a:spcBef>
              <a:spcAft>
                <a:spcPts val="0"/>
              </a:spcAft>
              <a:buSzPts val="3600"/>
              <a:buFont typeface="Outfit"/>
              <a:buNone/>
              <a:defRPr sz="3600">
                <a:latin typeface="Outfit"/>
                <a:ea typeface="Outfit"/>
                <a:cs typeface="Outfit"/>
                <a:sym typeface="Outfit"/>
              </a:defRPr>
            </a:lvl5pPr>
            <a:lvl6pPr lvl="5">
              <a:spcBef>
                <a:spcPts val="0"/>
              </a:spcBef>
              <a:spcAft>
                <a:spcPts val="0"/>
              </a:spcAft>
              <a:buSzPts val="3600"/>
              <a:buFont typeface="Outfit"/>
              <a:buNone/>
              <a:defRPr sz="3600">
                <a:latin typeface="Outfit"/>
                <a:ea typeface="Outfit"/>
                <a:cs typeface="Outfit"/>
                <a:sym typeface="Outfit"/>
              </a:defRPr>
            </a:lvl6pPr>
            <a:lvl7pPr lvl="6">
              <a:spcBef>
                <a:spcPts val="0"/>
              </a:spcBef>
              <a:spcAft>
                <a:spcPts val="0"/>
              </a:spcAft>
              <a:buSzPts val="3600"/>
              <a:buFont typeface="Outfit"/>
              <a:buNone/>
              <a:defRPr sz="3600">
                <a:latin typeface="Outfit"/>
                <a:ea typeface="Outfit"/>
                <a:cs typeface="Outfit"/>
                <a:sym typeface="Outfit"/>
              </a:defRPr>
            </a:lvl7pPr>
            <a:lvl8pPr lvl="7">
              <a:spcBef>
                <a:spcPts val="0"/>
              </a:spcBef>
              <a:spcAft>
                <a:spcPts val="0"/>
              </a:spcAft>
              <a:buSzPts val="3600"/>
              <a:buFont typeface="Outfit"/>
              <a:buNone/>
              <a:defRPr sz="3600">
                <a:latin typeface="Outfit"/>
                <a:ea typeface="Outfit"/>
                <a:cs typeface="Outfit"/>
                <a:sym typeface="Outfit"/>
              </a:defRPr>
            </a:lvl8pPr>
            <a:lvl9pPr lvl="8">
              <a:spcBef>
                <a:spcPts val="0"/>
              </a:spcBef>
              <a:spcAft>
                <a:spcPts val="0"/>
              </a:spcAft>
              <a:buSzPts val="3600"/>
              <a:buFont typeface="Outfit"/>
              <a:buNone/>
              <a:defRPr sz="3600">
                <a:latin typeface="Outfit"/>
                <a:ea typeface="Outfit"/>
                <a:cs typeface="Outfit"/>
                <a:sym typeface="Outfit"/>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able">
  <p:cSld name="CUSTOM_11">
    <p:spTree>
      <p:nvGrpSpPr>
        <p:cNvPr id="296" name="Shape 296"/>
        <p:cNvGrpSpPr/>
        <p:nvPr/>
      </p:nvGrpSpPr>
      <p:grpSpPr>
        <a:xfrm>
          <a:off x="0" y="0"/>
          <a:ext cx="0" cy="0"/>
          <a:chOff x="0" y="0"/>
          <a:chExt cx="0" cy="0"/>
        </a:xfrm>
      </p:grpSpPr>
      <p:sp>
        <p:nvSpPr>
          <p:cNvPr id="297" name="Google Shape;297;p28"/>
          <p:cNvSpPr txBox="1"/>
          <p:nvPr>
            <p:ph type="title"/>
          </p:nvPr>
        </p:nvSpPr>
        <p:spPr>
          <a:xfrm>
            <a:off x="284775" y="282900"/>
            <a:ext cx="7851300" cy="4764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298" name="Google Shape;298;p28"/>
          <p:cNvSpPr txBox="1"/>
          <p:nvPr>
            <p:ph idx="1" type="subTitle"/>
          </p:nvPr>
        </p:nvSpPr>
        <p:spPr>
          <a:xfrm>
            <a:off x="2455100" y="1661000"/>
            <a:ext cx="2064000" cy="195300"/>
          </a:xfrm>
          <a:prstGeom prst="rect">
            <a:avLst/>
          </a:prstGeom>
        </p:spPr>
        <p:txBody>
          <a:bodyPr anchorCtr="0" anchor="ctr" bIns="0" lIns="0" spcFirstLastPara="1" rIns="0" wrap="square" tIns="0">
            <a:noAutofit/>
          </a:bodyPr>
          <a:lstStyle>
            <a:lvl1pPr lvl="0">
              <a:spcBef>
                <a:spcPts val="0"/>
              </a:spcBef>
              <a:spcAft>
                <a:spcPts val="0"/>
              </a:spcAft>
              <a:buNone/>
              <a:defRPr>
                <a:latin typeface="Outfit SemiBold"/>
                <a:ea typeface="Outfit SemiBold"/>
                <a:cs typeface="Outfit SemiBold"/>
                <a:sym typeface="Outfit SemiBold"/>
              </a:defRPr>
            </a:lvl1pPr>
            <a:lvl2pPr lvl="1">
              <a:lnSpc>
                <a:spcPct val="90000"/>
              </a:lnSpc>
              <a:spcBef>
                <a:spcPts val="0"/>
              </a:spcBef>
              <a:spcAft>
                <a:spcPts val="0"/>
              </a:spcAft>
              <a:buSzPts val="1200"/>
              <a:buFont typeface="Outfit"/>
              <a:buNone/>
              <a:defRPr>
                <a:latin typeface="Outfit"/>
                <a:ea typeface="Outfit"/>
                <a:cs typeface="Outfit"/>
                <a:sym typeface="Outfit"/>
              </a:defRPr>
            </a:lvl2pPr>
            <a:lvl3pPr lvl="2">
              <a:lnSpc>
                <a:spcPct val="90000"/>
              </a:lnSpc>
              <a:spcBef>
                <a:spcPts val="0"/>
              </a:spcBef>
              <a:spcAft>
                <a:spcPts val="0"/>
              </a:spcAft>
              <a:buSzPts val="1200"/>
              <a:buFont typeface="Outfit"/>
              <a:buNone/>
              <a:defRPr>
                <a:latin typeface="Outfit"/>
                <a:ea typeface="Outfit"/>
                <a:cs typeface="Outfit"/>
                <a:sym typeface="Outfit"/>
              </a:defRPr>
            </a:lvl3pPr>
            <a:lvl4pPr lvl="3">
              <a:lnSpc>
                <a:spcPct val="90000"/>
              </a:lnSpc>
              <a:spcBef>
                <a:spcPts val="0"/>
              </a:spcBef>
              <a:spcAft>
                <a:spcPts val="0"/>
              </a:spcAft>
              <a:buSzPts val="1200"/>
              <a:buFont typeface="Outfit"/>
              <a:buNone/>
              <a:defRPr>
                <a:latin typeface="Outfit"/>
                <a:ea typeface="Outfit"/>
                <a:cs typeface="Outfit"/>
                <a:sym typeface="Outfit"/>
              </a:defRPr>
            </a:lvl4pPr>
            <a:lvl5pPr lvl="4">
              <a:lnSpc>
                <a:spcPct val="90000"/>
              </a:lnSpc>
              <a:spcBef>
                <a:spcPts val="0"/>
              </a:spcBef>
              <a:spcAft>
                <a:spcPts val="0"/>
              </a:spcAft>
              <a:buSzPts val="1200"/>
              <a:buFont typeface="Outfit"/>
              <a:buNone/>
              <a:defRPr>
                <a:latin typeface="Outfit"/>
                <a:ea typeface="Outfit"/>
                <a:cs typeface="Outfit"/>
                <a:sym typeface="Outfit"/>
              </a:defRPr>
            </a:lvl5pPr>
            <a:lvl6pPr lvl="5">
              <a:lnSpc>
                <a:spcPct val="90000"/>
              </a:lnSpc>
              <a:spcBef>
                <a:spcPts val="0"/>
              </a:spcBef>
              <a:spcAft>
                <a:spcPts val="0"/>
              </a:spcAft>
              <a:buSzPts val="1200"/>
              <a:buFont typeface="Outfit"/>
              <a:buNone/>
              <a:defRPr>
                <a:latin typeface="Outfit"/>
                <a:ea typeface="Outfit"/>
                <a:cs typeface="Outfit"/>
                <a:sym typeface="Outfit"/>
              </a:defRPr>
            </a:lvl6pPr>
            <a:lvl7pPr lvl="6">
              <a:lnSpc>
                <a:spcPct val="90000"/>
              </a:lnSpc>
              <a:spcBef>
                <a:spcPts val="0"/>
              </a:spcBef>
              <a:spcAft>
                <a:spcPts val="0"/>
              </a:spcAft>
              <a:buSzPts val="1200"/>
              <a:buFont typeface="Outfit"/>
              <a:buNone/>
              <a:defRPr>
                <a:latin typeface="Outfit"/>
                <a:ea typeface="Outfit"/>
                <a:cs typeface="Outfit"/>
                <a:sym typeface="Outfit"/>
              </a:defRPr>
            </a:lvl7pPr>
            <a:lvl8pPr lvl="7">
              <a:lnSpc>
                <a:spcPct val="90000"/>
              </a:lnSpc>
              <a:spcBef>
                <a:spcPts val="0"/>
              </a:spcBef>
              <a:spcAft>
                <a:spcPts val="0"/>
              </a:spcAft>
              <a:buSzPts val="1200"/>
              <a:buFont typeface="Outfit"/>
              <a:buNone/>
              <a:defRPr>
                <a:latin typeface="Outfit"/>
                <a:ea typeface="Outfit"/>
                <a:cs typeface="Outfit"/>
                <a:sym typeface="Outfit"/>
              </a:defRPr>
            </a:lvl8pPr>
            <a:lvl9pPr lvl="8">
              <a:lnSpc>
                <a:spcPct val="90000"/>
              </a:lnSpc>
              <a:spcBef>
                <a:spcPts val="0"/>
              </a:spcBef>
              <a:spcAft>
                <a:spcPts val="0"/>
              </a:spcAft>
              <a:buSzPts val="1200"/>
              <a:buFont typeface="Outfit"/>
              <a:buNone/>
              <a:defRPr>
                <a:latin typeface="Outfit"/>
                <a:ea typeface="Outfit"/>
                <a:cs typeface="Outfit"/>
                <a:sym typeface="Outfit"/>
              </a:defRPr>
            </a:lvl9pPr>
          </a:lstStyle>
          <a:p/>
        </p:txBody>
      </p:sp>
      <p:sp>
        <p:nvSpPr>
          <p:cNvPr id="299" name="Google Shape;299;p28"/>
          <p:cNvSpPr txBox="1"/>
          <p:nvPr>
            <p:ph idx="2" type="subTitle"/>
          </p:nvPr>
        </p:nvSpPr>
        <p:spPr>
          <a:xfrm>
            <a:off x="4624900" y="1661000"/>
            <a:ext cx="2064000" cy="195300"/>
          </a:xfrm>
          <a:prstGeom prst="rect">
            <a:avLst/>
          </a:prstGeom>
        </p:spPr>
        <p:txBody>
          <a:bodyPr anchorCtr="0" anchor="ctr" bIns="0" lIns="0" spcFirstLastPara="1" rIns="0" wrap="square" tIns="0">
            <a:noAutofit/>
          </a:bodyPr>
          <a:lstStyle>
            <a:lvl1pPr lvl="0">
              <a:spcBef>
                <a:spcPts val="0"/>
              </a:spcBef>
              <a:spcAft>
                <a:spcPts val="0"/>
              </a:spcAft>
              <a:buNone/>
              <a:defRPr>
                <a:latin typeface="Outfit SemiBold"/>
                <a:ea typeface="Outfit SemiBold"/>
                <a:cs typeface="Outfit SemiBold"/>
                <a:sym typeface="Outfit SemiBold"/>
              </a:defRPr>
            </a:lvl1pPr>
            <a:lvl2pPr lvl="1">
              <a:lnSpc>
                <a:spcPct val="90000"/>
              </a:lnSpc>
              <a:spcBef>
                <a:spcPts val="0"/>
              </a:spcBef>
              <a:spcAft>
                <a:spcPts val="0"/>
              </a:spcAft>
              <a:buSzPts val="1200"/>
              <a:buFont typeface="Outfit"/>
              <a:buNone/>
              <a:defRPr>
                <a:latin typeface="Outfit"/>
                <a:ea typeface="Outfit"/>
                <a:cs typeface="Outfit"/>
                <a:sym typeface="Outfit"/>
              </a:defRPr>
            </a:lvl2pPr>
            <a:lvl3pPr lvl="2">
              <a:lnSpc>
                <a:spcPct val="90000"/>
              </a:lnSpc>
              <a:spcBef>
                <a:spcPts val="0"/>
              </a:spcBef>
              <a:spcAft>
                <a:spcPts val="0"/>
              </a:spcAft>
              <a:buSzPts val="1200"/>
              <a:buFont typeface="Outfit"/>
              <a:buNone/>
              <a:defRPr>
                <a:latin typeface="Outfit"/>
                <a:ea typeface="Outfit"/>
                <a:cs typeface="Outfit"/>
                <a:sym typeface="Outfit"/>
              </a:defRPr>
            </a:lvl3pPr>
            <a:lvl4pPr lvl="3">
              <a:lnSpc>
                <a:spcPct val="90000"/>
              </a:lnSpc>
              <a:spcBef>
                <a:spcPts val="0"/>
              </a:spcBef>
              <a:spcAft>
                <a:spcPts val="0"/>
              </a:spcAft>
              <a:buSzPts val="1200"/>
              <a:buFont typeface="Outfit"/>
              <a:buNone/>
              <a:defRPr>
                <a:latin typeface="Outfit"/>
                <a:ea typeface="Outfit"/>
                <a:cs typeface="Outfit"/>
                <a:sym typeface="Outfit"/>
              </a:defRPr>
            </a:lvl4pPr>
            <a:lvl5pPr lvl="4">
              <a:lnSpc>
                <a:spcPct val="90000"/>
              </a:lnSpc>
              <a:spcBef>
                <a:spcPts val="0"/>
              </a:spcBef>
              <a:spcAft>
                <a:spcPts val="0"/>
              </a:spcAft>
              <a:buSzPts val="1200"/>
              <a:buFont typeface="Outfit"/>
              <a:buNone/>
              <a:defRPr>
                <a:latin typeface="Outfit"/>
                <a:ea typeface="Outfit"/>
                <a:cs typeface="Outfit"/>
                <a:sym typeface="Outfit"/>
              </a:defRPr>
            </a:lvl5pPr>
            <a:lvl6pPr lvl="5">
              <a:lnSpc>
                <a:spcPct val="90000"/>
              </a:lnSpc>
              <a:spcBef>
                <a:spcPts val="0"/>
              </a:spcBef>
              <a:spcAft>
                <a:spcPts val="0"/>
              </a:spcAft>
              <a:buSzPts val="1200"/>
              <a:buFont typeface="Outfit"/>
              <a:buNone/>
              <a:defRPr>
                <a:latin typeface="Outfit"/>
                <a:ea typeface="Outfit"/>
                <a:cs typeface="Outfit"/>
                <a:sym typeface="Outfit"/>
              </a:defRPr>
            </a:lvl6pPr>
            <a:lvl7pPr lvl="6">
              <a:lnSpc>
                <a:spcPct val="90000"/>
              </a:lnSpc>
              <a:spcBef>
                <a:spcPts val="0"/>
              </a:spcBef>
              <a:spcAft>
                <a:spcPts val="0"/>
              </a:spcAft>
              <a:buSzPts val="1200"/>
              <a:buFont typeface="Outfit"/>
              <a:buNone/>
              <a:defRPr>
                <a:latin typeface="Outfit"/>
                <a:ea typeface="Outfit"/>
                <a:cs typeface="Outfit"/>
                <a:sym typeface="Outfit"/>
              </a:defRPr>
            </a:lvl7pPr>
            <a:lvl8pPr lvl="7">
              <a:lnSpc>
                <a:spcPct val="90000"/>
              </a:lnSpc>
              <a:spcBef>
                <a:spcPts val="0"/>
              </a:spcBef>
              <a:spcAft>
                <a:spcPts val="0"/>
              </a:spcAft>
              <a:buSzPts val="1200"/>
              <a:buFont typeface="Outfit"/>
              <a:buNone/>
              <a:defRPr>
                <a:latin typeface="Outfit"/>
                <a:ea typeface="Outfit"/>
                <a:cs typeface="Outfit"/>
                <a:sym typeface="Outfit"/>
              </a:defRPr>
            </a:lvl8pPr>
            <a:lvl9pPr lvl="8">
              <a:lnSpc>
                <a:spcPct val="90000"/>
              </a:lnSpc>
              <a:spcBef>
                <a:spcPts val="0"/>
              </a:spcBef>
              <a:spcAft>
                <a:spcPts val="0"/>
              </a:spcAft>
              <a:buSzPts val="1200"/>
              <a:buFont typeface="Outfit"/>
              <a:buNone/>
              <a:defRPr>
                <a:latin typeface="Outfit"/>
                <a:ea typeface="Outfit"/>
                <a:cs typeface="Outfit"/>
                <a:sym typeface="Outfit"/>
              </a:defRPr>
            </a:lvl9pPr>
          </a:lstStyle>
          <a:p/>
        </p:txBody>
      </p:sp>
      <p:sp>
        <p:nvSpPr>
          <p:cNvPr id="300" name="Google Shape;300;p28"/>
          <p:cNvSpPr txBox="1"/>
          <p:nvPr>
            <p:ph idx="3" type="subTitle"/>
          </p:nvPr>
        </p:nvSpPr>
        <p:spPr>
          <a:xfrm>
            <a:off x="6794700" y="1661000"/>
            <a:ext cx="2064000" cy="195300"/>
          </a:xfrm>
          <a:prstGeom prst="rect">
            <a:avLst/>
          </a:prstGeom>
        </p:spPr>
        <p:txBody>
          <a:bodyPr anchorCtr="0" anchor="ctr" bIns="0" lIns="0" spcFirstLastPara="1" rIns="0" wrap="square" tIns="0">
            <a:noAutofit/>
          </a:bodyPr>
          <a:lstStyle>
            <a:lvl1pPr lvl="0">
              <a:spcBef>
                <a:spcPts val="0"/>
              </a:spcBef>
              <a:spcAft>
                <a:spcPts val="0"/>
              </a:spcAft>
              <a:buNone/>
              <a:defRPr>
                <a:latin typeface="Outfit SemiBold"/>
                <a:ea typeface="Outfit SemiBold"/>
                <a:cs typeface="Outfit SemiBold"/>
                <a:sym typeface="Outfit SemiBold"/>
              </a:defRPr>
            </a:lvl1pPr>
            <a:lvl2pPr lvl="1">
              <a:lnSpc>
                <a:spcPct val="90000"/>
              </a:lnSpc>
              <a:spcBef>
                <a:spcPts val="0"/>
              </a:spcBef>
              <a:spcAft>
                <a:spcPts val="0"/>
              </a:spcAft>
              <a:buSzPts val="1200"/>
              <a:buFont typeface="Outfit"/>
              <a:buNone/>
              <a:defRPr>
                <a:latin typeface="Outfit"/>
                <a:ea typeface="Outfit"/>
                <a:cs typeface="Outfit"/>
                <a:sym typeface="Outfit"/>
              </a:defRPr>
            </a:lvl2pPr>
            <a:lvl3pPr lvl="2">
              <a:lnSpc>
                <a:spcPct val="90000"/>
              </a:lnSpc>
              <a:spcBef>
                <a:spcPts val="0"/>
              </a:spcBef>
              <a:spcAft>
                <a:spcPts val="0"/>
              </a:spcAft>
              <a:buSzPts val="1200"/>
              <a:buFont typeface="Outfit"/>
              <a:buNone/>
              <a:defRPr>
                <a:latin typeface="Outfit"/>
                <a:ea typeface="Outfit"/>
                <a:cs typeface="Outfit"/>
                <a:sym typeface="Outfit"/>
              </a:defRPr>
            </a:lvl3pPr>
            <a:lvl4pPr lvl="3">
              <a:lnSpc>
                <a:spcPct val="90000"/>
              </a:lnSpc>
              <a:spcBef>
                <a:spcPts val="0"/>
              </a:spcBef>
              <a:spcAft>
                <a:spcPts val="0"/>
              </a:spcAft>
              <a:buSzPts val="1200"/>
              <a:buFont typeface="Outfit"/>
              <a:buNone/>
              <a:defRPr>
                <a:latin typeface="Outfit"/>
                <a:ea typeface="Outfit"/>
                <a:cs typeface="Outfit"/>
                <a:sym typeface="Outfit"/>
              </a:defRPr>
            </a:lvl4pPr>
            <a:lvl5pPr lvl="4">
              <a:lnSpc>
                <a:spcPct val="90000"/>
              </a:lnSpc>
              <a:spcBef>
                <a:spcPts val="0"/>
              </a:spcBef>
              <a:spcAft>
                <a:spcPts val="0"/>
              </a:spcAft>
              <a:buSzPts val="1200"/>
              <a:buFont typeface="Outfit"/>
              <a:buNone/>
              <a:defRPr>
                <a:latin typeface="Outfit"/>
                <a:ea typeface="Outfit"/>
                <a:cs typeface="Outfit"/>
                <a:sym typeface="Outfit"/>
              </a:defRPr>
            </a:lvl5pPr>
            <a:lvl6pPr lvl="5">
              <a:lnSpc>
                <a:spcPct val="90000"/>
              </a:lnSpc>
              <a:spcBef>
                <a:spcPts val="0"/>
              </a:spcBef>
              <a:spcAft>
                <a:spcPts val="0"/>
              </a:spcAft>
              <a:buSzPts val="1200"/>
              <a:buFont typeface="Outfit"/>
              <a:buNone/>
              <a:defRPr>
                <a:latin typeface="Outfit"/>
                <a:ea typeface="Outfit"/>
                <a:cs typeface="Outfit"/>
                <a:sym typeface="Outfit"/>
              </a:defRPr>
            </a:lvl6pPr>
            <a:lvl7pPr lvl="6">
              <a:lnSpc>
                <a:spcPct val="90000"/>
              </a:lnSpc>
              <a:spcBef>
                <a:spcPts val="0"/>
              </a:spcBef>
              <a:spcAft>
                <a:spcPts val="0"/>
              </a:spcAft>
              <a:buSzPts val="1200"/>
              <a:buFont typeface="Outfit"/>
              <a:buNone/>
              <a:defRPr>
                <a:latin typeface="Outfit"/>
                <a:ea typeface="Outfit"/>
                <a:cs typeface="Outfit"/>
                <a:sym typeface="Outfit"/>
              </a:defRPr>
            </a:lvl7pPr>
            <a:lvl8pPr lvl="7">
              <a:lnSpc>
                <a:spcPct val="90000"/>
              </a:lnSpc>
              <a:spcBef>
                <a:spcPts val="0"/>
              </a:spcBef>
              <a:spcAft>
                <a:spcPts val="0"/>
              </a:spcAft>
              <a:buSzPts val="1200"/>
              <a:buFont typeface="Outfit"/>
              <a:buNone/>
              <a:defRPr>
                <a:latin typeface="Outfit"/>
                <a:ea typeface="Outfit"/>
                <a:cs typeface="Outfit"/>
                <a:sym typeface="Outfit"/>
              </a:defRPr>
            </a:lvl8pPr>
            <a:lvl9pPr lvl="8">
              <a:lnSpc>
                <a:spcPct val="90000"/>
              </a:lnSpc>
              <a:spcBef>
                <a:spcPts val="0"/>
              </a:spcBef>
              <a:spcAft>
                <a:spcPts val="0"/>
              </a:spcAft>
              <a:buSzPts val="1200"/>
              <a:buFont typeface="Outfit"/>
              <a:buNone/>
              <a:defRPr>
                <a:latin typeface="Outfit"/>
                <a:ea typeface="Outfit"/>
                <a:cs typeface="Outfit"/>
                <a:sym typeface="Outfit"/>
              </a:defRPr>
            </a:lvl9pPr>
          </a:lstStyle>
          <a:p/>
        </p:txBody>
      </p:sp>
      <p:sp>
        <p:nvSpPr>
          <p:cNvPr id="301" name="Google Shape;301;p28"/>
          <p:cNvSpPr txBox="1"/>
          <p:nvPr>
            <p:ph idx="4" type="subTitle"/>
          </p:nvPr>
        </p:nvSpPr>
        <p:spPr>
          <a:xfrm>
            <a:off x="391275" y="1661000"/>
            <a:ext cx="1957500" cy="195300"/>
          </a:xfrm>
          <a:prstGeom prst="rect">
            <a:avLst/>
          </a:prstGeom>
        </p:spPr>
        <p:txBody>
          <a:bodyPr anchorCtr="0" anchor="ctr" bIns="0" lIns="0" spcFirstLastPara="1" rIns="0" wrap="square" tIns="0">
            <a:noAutofit/>
          </a:bodyPr>
          <a:lstStyle>
            <a:lvl1pPr lvl="0">
              <a:spcBef>
                <a:spcPts val="0"/>
              </a:spcBef>
              <a:spcAft>
                <a:spcPts val="0"/>
              </a:spcAft>
              <a:buNone/>
              <a:defRPr>
                <a:latin typeface="Outfit SemiBold"/>
                <a:ea typeface="Outfit SemiBold"/>
                <a:cs typeface="Outfit SemiBold"/>
                <a:sym typeface="Outfit SemiBold"/>
              </a:defRPr>
            </a:lvl1pPr>
            <a:lvl2pPr lvl="1">
              <a:lnSpc>
                <a:spcPct val="90000"/>
              </a:lnSpc>
              <a:spcBef>
                <a:spcPts val="0"/>
              </a:spcBef>
              <a:spcAft>
                <a:spcPts val="0"/>
              </a:spcAft>
              <a:buSzPts val="1200"/>
              <a:buFont typeface="Outfit"/>
              <a:buNone/>
              <a:defRPr>
                <a:latin typeface="Outfit"/>
                <a:ea typeface="Outfit"/>
                <a:cs typeface="Outfit"/>
                <a:sym typeface="Outfit"/>
              </a:defRPr>
            </a:lvl2pPr>
            <a:lvl3pPr lvl="2">
              <a:lnSpc>
                <a:spcPct val="90000"/>
              </a:lnSpc>
              <a:spcBef>
                <a:spcPts val="0"/>
              </a:spcBef>
              <a:spcAft>
                <a:spcPts val="0"/>
              </a:spcAft>
              <a:buSzPts val="1200"/>
              <a:buFont typeface="Outfit"/>
              <a:buNone/>
              <a:defRPr>
                <a:latin typeface="Outfit"/>
                <a:ea typeface="Outfit"/>
                <a:cs typeface="Outfit"/>
                <a:sym typeface="Outfit"/>
              </a:defRPr>
            </a:lvl3pPr>
            <a:lvl4pPr lvl="3">
              <a:lnSpc>
                <a:spcPct val="90000"/>
              </a:lnSpc>
              <a:spcBef>
                <a:spcPts val="0"/>
              </a:spcBef>
              <a:spcAft>
                <a:spcPts val="0"/>
              </a:spcAft>
              <a:buSzPts val="1200"/>
              <a:buFont typeface="Outfit"/>
              <a:buNone/>
              <a:defRPr>
                <a:latin typeface="Outfit"/>
                <a:ea typeface="Outfit"/>
                <a:cs typeface="Outfit"/>
                <a:sym typeface="Outfit"/>
              </a:defRPr>
            </a:lvl4pPr>
            <a:lvl5pPr lvl="4">
              <a:lnSpc>
                <a:spcPct val="90000"/>
              </a:lnSpc>
              <a:spcBef>
                <a:spcPts val="0"/>
              </a:spcBef>
              <a:spcAft>
                <a:spcPts val="0"/>
              </a:spcAft>
              <a:buSzPts val="1200"/>
              <a:buFont typeface="Outfit"/>
              <a:buNone/>
              <a:defRPr>
                <a:latin typeface="Outfit"/>
                <a:ea typeface="Outfit"/>
                <a:cs typeface="Outfit"/>
                <a:sym typeface="Outfit"/>
              </a:defRPr>
            </a:lvl5pPr>
            <a:lvl6pPr lvl="5">
              <a:lnSpc>
                <a:spcPct val="90000"/>
              </a:lnSpc>
              <a:spcBef>
                <a:spcPts val="0"/>
              </a:spcBef>
              <a:spcAft>
                <a:spcPts val="0"/>
              </a:spcAft>
              <a:buSzPts val="1200"/>
              <a:buFont typeface="Outfit"/>
              <a:buNone/>
              <a:defRPr>
                <a:latin typeface="Outfit"/>
                <a:ea typeface="Outfit"/>
                <a:cs typeface="Outfit"/>
                <a:sym typeface="Outfit"/>
              </a:defRPr>
            </a:lvl6pPr>
            <a:lvl7pPr lvl="6">
              <a:lnSpc>
                <a:spcPct val="90000"/>
              </a:lnSpc>
              <a:spcBef>
                <a:spcPts val="0"/>
              </a:spcBef>
              <a:spcAft>
                <a:spcPts val="0"/>
              </a:spcAft>
              <a:buSzPts val="1200"/>
              <a:buFont typeface="Outfit"/>
              <a:buNone/>
              <a:defRPr>
                <a:latin typeface="Outfit"/>
                <a:ea typeface="Outfit"/>
                <a:cs typeface="Outfit"/>
                <a:sym typeface="Outfit"/>
              </a:defRPr>
            </a:lvl7pPr>
            <a:lvl8pPr lvl="7">
              <a:lnSpc>
                <a:spcPct val="90000"/>
              </a:lnSpc>
              <a:spcBef>
                <a:spcPts val="0"/>
              </a:spcBef>
              <a:spcAft>
                <a:spcPts val="0"/>
              </a:spcAft>
              <a:buSzPts val="1200"/>
              <a:buFont typeface="Outfit"/>
              <a:buNone/>
              <a:defRPr>
                <a:latin typeface="Outfit"/>
                <a:ea typeface="Outfit"/>
                <a:cs typeface="Outfit"/>
                <a:sym typeface="Outfit"/>
              </a:defRPr>
            </a:lvl8pPr>
            <a:lvl9pPr lvl="8">
              <a:lnSpc>
                <a:spcPct val="90000"/>
              </a:lnSpc>
              <a:spcBef>
                <a:spcPts val="0"/>
              </a:spcBef>
              <a:spcAft>
                <a:spcPts val="0"/>
              </a:spcAft>
              <a:buSzPts val="1200"/>
              <a:buFont typeface="Outfit"/>
              <a:buNone/>
              <a:defRPr>
                <a:latin typeface="Outfit"/>
                <a:ea typeface="Outfit"/>
                <a:cs typeface="Outfit"/>
                <a:sym typeface="Outfit"/>
              </a:defRPr>
            </a:lvl9pPr>
          </a:lstStyle>
          <a:p/>
        </p:txBody>
      </p:sp>
      <p:sp>
        <p:nvSpPr>
          <p:cNvPr id="302" name="Google Shape;302;p28"/>
          <p:cNvSpPr txBox="1"/>
          <p:nvPr>
            <p:ph idx="5" type="subTitle"/>
          </p:nvPr>
        </p:nvSpPr>
        <p:spPr>
          <a:xfrm>
            <a:off x="391275" y="2111375"/>
            <a:ext cx="1957500" cy="195300"/>
          </a:xfrm>
          <a:prstGeom prst="rect">
            <a:avLst/>
          </a:prstGeom>
        </p:spPr>
        <p:txBody>
          <a:bodyPr anchorCtr="0" anchor="t" bIns="0" lIns="0" spcFirstLastPara="1" rIns="182875" wrap="square" tIns="0">
            <a:noAutofit/>
          </a:bodyPr>
          <a:lstStyle>
            <a:lvl1pPr lvl="0">
              <a:spcBef>
                <a:spcPts val="0"/>
              </a:spcBef>
              <a:spcAft>
                <a:spcPts val="0"/>
              </a:spcAft>
              <a:buNone/>
              <a:defRPr sz="1000">
                <a:latin typeface="Outfit SemiBold"/>
                <a:ea typeface="Outfit SemiBold"/>
                <a:cs typeface="Outfit SemiBold"/>
                <a:sym typeface="Outfit SemiBold"/>
              </a:defRPr>
            </a:lvl1pPr>
            <a:lvl2pPr lvl="1">
              <a:lnSpc>
                <a:spcPct val="90000"/>
              </a:lnSpc>
              <a:spcBef>
                <a:spcPts val="0"/>
              </a:spcBef>
              <a:spcAft>
                <a:spcPts val="0"/>
              </a:spcAft>
              <a:buSzPts val="1000"/>
              <a:buFont typeface="Outfit"/>
              <a:buNone/>
              <a:defRPr sz="1000">
                <a:latin typeface="Outfit"/>
                <a:ea typeface="Outfit"/>
                <a:cs typeface="Outfit"/>
                <a:sym typeface="Outfit"/>
              </a:defRPr>
            </a:lvl2pPr>
            <a:lvl3pPr lvl="2">
              <a:lnSpc>
                <a:spcPct val="90000"/>
              </a:lnSpc>
              <a:spcBef>
                <a:spcPts val="0"/>
              </a:spcBef>
              <a:spcAft>
                <a:spcPts val="0"/>
              </a:spcAft>
              <a:buSzPts val="1000"/>
              <a:buFont typeface="Outfit"/>
              <a:buNone/>
              <a:defRPr sz="1000">
                <a:latin typeface="Outfit"/>
                <a:ea typeface="Outfit"/>
                <a:cs typeface="Outfit"/>
                <a:sym typeface="Outfit"/>
              </a:defRPr>
            </a:lvl3pPr>
            <a:lvl4pPr lvl="3">
              <a:lnSpc>
                <a:spcPct val="90000"/>
              </a:lnSpc>
              <a:spcBef>
                <a:spcPts val="0"/>
              </a:spcBef>
              <a:spcAft>
                <a:spcPts val="0"/>
              </a:spcAft>
              <a:buSzPts val="1000"/>
              <a:buFont typeface="Outfit"/>
              <a:buNone/>
              <a:defRPr sz="1000">
                <a:latin typeface="Outfit"/>
                <a:ea typeface="Outfit"/>
                <a:cs typeface="Outfit"/>
                <a:sym typeface="Outfit"/>
              </a:defRPr>
            </a:lvl4pPr>
            <a:lvl5pPr lvl="4">
              <a:lnSpc>
                <a:spcPct val="90000"/>
              </a:lnSpc>
              <a:spcBef>
                <a:spcPts val="0"/>
              </a:spcBef>
              <a:spcAft>
                <a:spcPts val="0"/>
              </a:spcAft>
              <a:buSzPts val="1000"/>
              <a:buFont typeface="Outfit"/>
              <a:buNone/>
              <a:defRPr sz="1000">
                <a:latin typeface="Outfit"/>
                <a:ea typeface="Outfit"/>
                <a:cs typeface="Outfit"/>
                <a:sym typeface="Outfit"/>
              </a:defRPr>
            </a:lvl5pPr>
            <a:lvl6pPr lvl="5">
              <a:lnSpc>
                <a:spcPct val="90000"/>
              </a:lnSpc>
              <a:spcBef>
                <a:spcPts val="0"/>
              </a:spcBef>
              <a:spcAft>
                <a:spcPts val="0"/>
              </a:spcAft>
              <a:buSzPts val="1000"/>
              <a:buFont typeface="Outfit"/>
              <a:buNone/>
              <a:defRPr sz="1000">
                <a:latin typeface="Outfit"/>
                <a:ea typeface="Outfit"/>
                <a:cs typeface="Outfit"/>
                <a:sym typeface="Outfit"/>
              </a:defRPr>
            </a:lvl6pPr>
            <a:lvl7pPr lvl="6">
              <a:lnSpc>
                <a:spcPct val="90000"/>
              </a:lnSpc>
              <a:spcBef>
                <a:spcPts val="0"/>
              </a:spcBef>
              <a:spcAft>
                <a:spcPts val="0"/>
              </a:spcAft>
              <a:buSzPts val="1000"/>
              <a:buFont typeface="Outfit"/>
              <a:buNone/>
              <a:defRPr sz="1000">
                <a:latin typeface="Outfit"/>
                <a:ea typeface="Outfit"/>
                <a:cs typeface="Outfit"/>
                <a:sym typeface="Outfit"/>
              </a:defRPr>
            </a:lvl7pPr>
            <a:lvl8pPr lvl="7">
              <a:lnSpc>
                <a:spcPct val="90000"/>
              </a:lnSpc>
              <a:spcBef>
                <a:spcPts val="0"/>
              </a:spcBef>
              <a:spcAft>
                <a:spcPts val="0"/>
              </a:spcAft>
              <a:buSzPts val="1000"/>
              <a:buFont typeface="Outfit"/>
              <a:buNone/>
              <a:defRPr sz="1000">
                <a:latin typeface="Outfit"/>
                <a:ea typeface="Outfit"/>
                <a:cs typeface="Outfit"/>
                <a:sym typeface="Outfit"/>
              </a:defRPr>
            </a:lvl8pPr>
            <a:lvl9pPr lvl="8">
              <a:lnSpc>
                <a:spcPct val="90000"/>
              </a:lnSpc>
              <a:spcBef>
                <a:spcPts val="0"/>
              </a:spcBef>
              <a:spcAft>
                <a:spcPts val="0"/>
              </a:spcAft>
              <a:buSzPts val="1000"/>
              <a:buFont typeface="Outfit"/>
              <a:buNone/>
              <a:defRPr sz="1000">
                <a:latin typeface="Outfit"/>
                <a:ea typeface="Outfit"/>
                <a:cs typeface="Outfit"/>
                <a:sym typeface="Outfit"/>
              </a:defRPr>
            </a:lvl9pPr>
          </a:lstStyle>
          <a:p/>
        </p:txBody>
      </p:sp>
      <p:sp>
        <p:nvSpPr>
          <p:cNvPr id="303" name="Google Shape;303;p28"/>
          <p:cNvSpPr txBox="1"/>
          <p:nvPr>
            <p:ph idx="6" type="subTitle"/>
          </p:nvPr>
        </p:nvSpPr>
        <p:spPr>
          <a:xfrm>
            <a:off x="391275" y="3160850"/>
            <a:ext cx="1957500" cy="195300"/>
          </a:xfrm>
          <a:prstGeom prst="rect">
            <a:avLst/>
          </a:prstGeom>
        </p:spPr>
        <p:txBody>
          <a:bodyPr anchorCtr="0" anchor="t" bIns="0" lIns="0" spcFirstLastPara="1" rIns="182875" wrap="square" tIns="0">
            <a:noAutofit/>
          </a:bodyPr>
          <a:lstStyle>
            <a:lvl1pPr lvl="0">
              <a:spcBef>
                <a:spcPts val="0"/>
              </a:spcBef>
              <a:spcAft>
                <a:spcPts val="0"/>
              </a:spcAft>
              <a:buNone/>
              <a:defRPr sz="1000">
                <a:latin typeface="Outfit SemiBold"/>
                <a:ea typeface="Outfit SemiBold"/>
                <a:cs typeface="Outfit SemiBold"/>
                <a:sym typeface="Outfit SemiBold"/>
              </a:defRPr>
            </a:lvl1pPr>
            <a:lvl2pPr lvl="1">
              <a:lnSpc>
                <a:spcPct val="90000"/>
              </a:lnSpc>
              <a:spcBef>
                <a:spcPts val="0"/>
              </a:spcBef>
              <a:spcAft>
                <a:spcPts val="0"/>
              </a:spcAft>
              <a:buSzPts val="1000"/>
              <a:buFont typeface="Outfit"/>
              <a:buNone/>
              <a:defRPr sz="1000">
                <a:latin typeface="Outfit"/>
                <a:ea typeface="Outfit"/>
                <a:cs typeface="Outfit"/>
                <a:sym typeface="Outfit"/>
              </a:defRPr>
            </a:lvl2pPr>
            <a:lvl3pPr lvl="2">
              <a:lnSpc>
                <a:spcPct val="90000"/>
              </a:lnSpc>
              <a:spcBef>
                <a:spcPts val="0"/>
              </a:spcBef>
              <a:spcAft>
                <a:spcPts val="0"/>
              </a:spcAft>
              <a:buSzPts val="1000"/>
              <a:buFont typeface="Outfit"/>
              <a:buNone/>
              <a:defRPr sz="1000">
                <a:latin typeface="Outfit"/>
                <a:ea typeface="Outfit"/>
                <a:cs typeface="Outfit"/>
                <a:sym typeface="Outfit"/>
              </a:defRPr>
            </a:lvl3pPr>
            <a:lvl4pPr lvl="3">
              <a:lnSpc>
                <a:spcPct val="90000"/>
              </a:lnSpc>
              <a:spcBef>
                <a:spcPts val="0"/>
              </a:spcBef>
              <a:spcAft>
                <a:spcPts val="0"/>
              </a:spcAft>
              <a:buSzPts val="1000"/>
              <a:buFont typeface="Outfit"/>
              <a:buNone/>
              <a:defRPr sz="1000">
                <a:latin typeface="Outfit"/>
                <a:ea typeface="Outfit"/>
                <a:cs typeface="Outfit"/>
                <a:sym typeface="Outfit"/>
              </a:defRPr>
            </a:lvl4pPr>
            <a:lvl5pPr lvl="4">
              <a:lnSpc>
                <a:spcPct val="90000"/>
              </a:lnSpc>
              <a:spcBef>
                <a:spcPts val="0"/>
              </a:spcBef>
              <a:spcAft>
                <a:spcPts val="0"/>
              </a:spcAft>
              <a:buSzPts val="1000"/>
              <a:buFont typeface="Outfit"/>
              <a:buNone/>
              <a:defRPr sz="1000">
                <a:latin typeface="Outfit"/>
                <a:ea typeface="Outfit"/>
                <a:cs typeface="Outfit"/>
                <a:sym typeface="Outfit"/>
              </a:defRPr>
            </a:lvl5pPr>
            <a:lvl6pPr lvl="5">
              <a:lnSpc>
                <a:spcPct val="90000"/>
              </a:lnSpc>
              <a:spcBef>
                <a:spcPts val="0"/>
              </a:spcBef>
              <a:spcAft>
                <a:spcPts val="0"/>
              </a:spcAft>
              <a:buSzPts val="1000"/>
              <a:buFont typeface="Outfit"/>
              <a:buNone/>
              <a:defRPr sz="1000">
                <a:latin typeface="Outfit"/>
                <a:ea typeface="Outfit"/>
                <a:cs typeface="Outfit"/>
                <a:sym typeface="Outfit"/>
              </a:defRPr>
            </a:lvl6pPr>
            <a:lvl7pPr lvl="6">
              <a:lnSpc>
                <a:spcPct val="90000"/>
              </a:lnSpc>
              <a:spcBef>
                <a:spcPts val="0"/>
              </a:spcBef>
              <a:spcAft>
                <a:spcPts val="0"/>
              </a:spcAft>
              <a:buSzPts val="1000"/>
              <a:buFont typeface="Outfit"/>
              <a:buNone/>
              <a:defRPr sz="1000">
                <a:latin typeface="Outfit"/>
                <a:ea typeface="Outfit"/>
                <a:cs typeface="Outfit"/>
                <a:sym typeface="Outfit"/>
              </a:defRPr>
            </a:lvl7pPr>
            <a:lvl8pPr lvl="7">
              <a:lnSpc>
                <a:spcPct val="90000"/>
              </a:lnSpc>
              <a:spcBef>
                <a:spcPts val="0"/>
              </a:spcBef>
              <a:spcAft>
                <a:spcPts val="0"/>
              </a:spcAft>
              <a:buSzPts val="1000"/>
              <a:buFont typeface="Outfit"/>
              <a:buNone/>
              <a:defRPr sz="1000">
                <a:latin typeface="Outfit"/>
                <a:ea typeface="Outfit"/>
                <a:cs typeface="Outfit"/>
                <a:sym typeface="Outfit"/>
              </a:defRPr>
            </a:lvl8pPr>
            <a:lvl9pPr lvl="8">
              <a:lnSpc>
                <a:spcPct val="90000"/>
              </a:lnSpc>
              <a:spcBef>
                <a:spcPts val="0"/>
              </a:spcBef>
              <a:spcAft>
                <a:spcPts val="0"/>
              </a:spcAft>
              <a:buSzPts val="1000"/>
              <a:buFont typeface="Outfit"/>
              <a:buNone/>
              <a:defRPr sz="1000">
                <a:latin typeface="Outfit"/>
                <a:ea typeface="Outfit"/>
                <a:cs typeface="Outfit"/>
                <a:sym typeface="Outfit"/>
              </a:defRPr>
            </a:lvl9pPr>
          </a:lstStyle>
          <a:p/>
        </p:txBody>
      </p:sp>
      <p:sp>
        <p:nvSpPr>
          <p:cNvPr id="304" name="Google Shape;304;p28"/>
          <p:cNvSpPr txBox="1"/>
          <p:nvPr>
            <p:ph idx="7" type="subTitle"/>
          </p:nvPr>
        </p:nvSpPr>
        <p:spPr>
          <a:xfrm>
            <a:off x="391275" y="4049675"/>
            <a:ext cx="1957500" cy="195300"/>
          </a:xfrm>
          <a:prstGeom prst="rect">
            <a:avLst/>
          </a:prstGeom>
        </p:spPr>
        <p:txBody>
          <a:bodyPr anchorCtr="0" anchor="t" bIns="0" lIns="0" spcFirstLastPara="1" rIns="182875" wrap="square" tIns="0">
            <a:noAutofit/>
          </a:bodyPr>
          <a:lstStyle>
            <a:lvl1pPr lvl="0">
              <a:spcBef>
                <a:spcPts val="0"/>
              </a:spcBef>
              <a:spcAft>
                <a:spcPts val="0"/>
              </a:spcAft>
              <a:buNone/>
              <a:defRPr sz="1000">
                <a:latin typeface="Outfit SemiBold"/>
                <a:ea typeface="Outfit SemiBold"/>
                <a:cs typeface="Outfit SemiBold"/>
                <a:sym typeface="Outfit SemiBold"/>
              </a:defRPr>
            </a:lvl1pPr>
            <a:lvl2pPr lvl="1">
              <a:lnSpc>
                <a:spcPct val="90000"/>
              </a:lnSpc>
              <a:spcBef>
                <a:spcPts val="0"/>
              </a:spcBef>
              <a:spcAft>
                <a:spcPts val="0"/>
              </a:spcAft>
              <a:buSzPts val="1000"/>
              <a:buFont typeface="Outfit"/>
              <a:buNone/>
              <a:defRPr sz="1000">
                <a:latin typeface="Outfit"/>
                <a:ea typeface="Outfit"/>
                <a:cs typeface="Outfit"/>
                <a:sym typeface="Outfit"/>
              </a:defRPr>
            </a:lvl2pPr>
            <a:lvl3pPr lvl="2">
              <a:lnSpc>
                <a:spcPct val="90000"/>
              </a:lnSpc>
              <a:spcBef>
                <a:spcPts val="0"/>
              </a:spcBef>
              <a:spcAft>
                <a:spcPts val="0"/>
              </a:spcAft>
              <a:buSzPts val="1000"/>
              <a:buFont typeface="Outfit"/>
              <a:buNone/>
              <a:defRPr sz="1000">
                <a:latin typeface="Outfit"/>
                <a:ea typeface="Outfit"/>
                <a:cs typeface="Outfit"/>
                <a:sym typeface="Outfit"/>
              </a:defRPr>
            </a:lvl3pPr>
            <a:lvl4pPr lvl="3">
              <a:lnSpc>
                <a:spcPct val="90000"/>
              </a:lnSpc>
              <a:spcBef>
                <a:spcPts val="0"/>
              </a:spcBef>
              <a:spcAft>
                <a:spcPts val="0"/>
              </a:spcAft>
              <a:buSzPts val="1000"/>
              <a:buFont typeface="Outfit"/>
              <a:buNone/>
              <a:defRPr sz="1000">
                <a:latin typeface="Outfit"/>
                <a:ea typeface="Outfit"/>
                <a:cs typeface="Outfit"/>
                <a:sym typeface="Outfit"/>
              </a:defRPr>
            </a:lvl4pPr>
            <a:lvl5pPr lvl="4">
              <a:lnSpc>
                <a:spcPct val="90000"/>
              </a:lnSpc>
              <a:spcBef>
                <a:spcPts val="0"/>
              </a:spcBef>
              <a:spcAft>
                <a:spcPts val="0"/>
              </a:spcAft>
              <a:buSzPts val="1000"/>
              <a:buFont typeface="Outfit"/>
              <a:buNone/>
              <a:defRPr sz="1000">
                <a:latin typeface="Outfit"/>
                <a:ea typeface="Outfit"/>
                <a:cs typeface="Outfit"/>
                <a:sym typeface="Outfit"/>
              </a:defRPr>
            </a:lvl5pPr>
            <a:lvl6pPr lvl="5">
              <a:lnSpc>
                <a:spcPct val="90000"/>
              </a:lnSpc>
              <a:spcBef>
                <a:spcPts val="0"/>
              </a:spcBef>
              <a:spcAft>
                <a:spcPts val="0"/>
              </a:spcAft>
              <a:buSzPts val="1000"/>
              <a:buFont typeface="Outfit"/>
              <a:buNone/>
              <a:defRPr sz="1000">
                <a:latin typeface="Outfit"/>
                <a:ea typeface="Outfit"/>
                <a:cs typeface="Outfit"/>
                <a:sym typeface="Outfit"/>
              </a:defRPr>
            </a:lvl6pPr>
            <a:lvl7pPr lvl="6">
              <a:lnSpc>
                <a:spcPct val="90000"/>
              </a:lnSpc>
              <a:spcBef>
                <a:spcPts val="0"/>
              </a:spcBef>
              <a:spcAft>
                <a:spcPts val="0"/>
              </a:spcAft>
              <a:buSzPts val="1000"/>
              <a:buFont typeface="Outfit"/>
              <a:buNone/>
              <a:defRPr sz="1000">
                <a:latin typeface="Outfit"/>
                <a:ea typeface="Outfit"/>
                <a:cs typeface="Outfit"/>
                <a:sym typeface="Outfit"/>
              </a:defRPr>
            </a:lvl7pPr>
            <a:lvl8pPr lvl="7">
              <a:lnSpc>
                <a:spcPct val="90000"/>
              </a:lnSpc>
              <a:spcBef>
                <a:spcPts val="0"/>
              </a:spcBef>
              <a:spcAft>
                <a:spcPts val="0"/>
              </a:spcAft>
              <a:buSzPts val="1000"/>
              <a:buFont typeface="Outfit"/>
              <a:buNone/>
              <a:defRPr sz="1000">
                <a:latin typeface="Outfit"/>
                <a:ea typeface="Outfit"/>
                <a:cs typeface="Outfit"/>
                <a:sym typeface="Outfit"/>
              </a:defRPr>
            </a:lvl8pPr>
            <a:lvl9pPr lvl="8">
              <a:lnSpc>
                <a:spcPct val="90000"/>
              </a:lnSpc>
              <a:spcBef>
                <a:spcPts val="0"/>
              </a:spcBef>
              <a:spcAft>
                <a:spcPts val="0"/>
              </a:spcAft>
              <a:buSzPts val="1000"/>
              <a:buFont typeface="Outfit"/>
              <a:buNone/>
              <a:defRPr sz="1000">
                <a:latin typeface="Outfit"/>
                <a:ea typeface="Outfit"/>
                <a:cs typeface="Outfit"/>
                <a:sym typeface="Outfit"/>
              </a:defRPr>
            </a:lvl9pPr>
          </a:lstStyle>
          <a:p/>
        </p:txBody>
      </p:sp>
      <p:sp>
        <p:nvSpPr>
          <p:cNvPr id="305" name="Google Shape;305;p28"/>
          <p:cNvSpPr txBox="1"/>
          <p:nvPr>
            <p:ph idx="8" type="subTitle"/>
          </p:nvPr>
        </p:nvSpPr>
        <p:spPr>
          <a:xfrm>
            <a:off x="2455100" y="2111375"/>
            <a:ext cx="2064000" cy="661200"/>
          </a:xfrm>
          <a:prstGeom prst="rect">
            <a:avLst/>
          </a:prstGeom>
        </p:spPr>
        <p:txBody>
          <a:bodyPr anchorCtr="0" anchor="t" bIns="0" lIns="0" spcFirstLastPara="1" rIns="182875" wrap="square" tIns="0">
            <a:noAutofit/>
          </a:bodyPr>
          <a:lstStyle>
            <a:lvl1pPr lvl="0">
              <a:spcBef>
                <a:spcPts val="0"/>
              </a:spcBef>
              <a:spcAft>
                <a:spcPts val="0"/>
              </a:spcAft>
              <a:buNone/>
              <a:defRPr sz="1000"/>
            </a:lvl1pPr>
            <a:lvl2pPr lvl="1">
              <a:lnSpc>
                <a:spcPct val="90000"/>
              </a:lnSpc>
              <a:spcBef>
                <a:spcPts val="0"/>
              </a:spcBef>
              <a:spcAft>
                <a:spcPts val="0"/>
              </a:spcAft>
              <a:buSzPts val="1200"/>
              <a:buFont typeface="Outfit"/>
              <a:buNone/>
              <a:defRPr>
                <a:latin typeface="Outfit"/>
                <a:ea typeface="Outfit"/>
                <a:cs typeface="Outfit"/>
                <a:sym typeface="Outfit"/>
              </a:defRPr>
            </a:lvl2pPr>
            <a:lvl3pPr lvl="2">
              <a:lnSpc>
                <a:spcPct val="90000"/>
              </a:lnSpc>
              <a:spcBef>
                <a:spcPts val="0"/>
              </a:spcBef>
              <a:spcAft>
                <a:spcPts val="0"/>
              </a:spcAft>
              <a:buSzPts val="1200"/>
              <a:buFont typeface="Outfit"/>
              <a:buNone/>
              <a:defRPr>
                <a:latin typeface="Outfit"/>
                <a:ea typeface="Outfit"/>
                <a:cs typeface="Outfit"/>
                <a:sym typeface="Outfit"/>
              </a:defRPr>
            </a:lvl3pPr>
            <a:lvl4pPr lvl="3">
              <a:lnSpc>
                <a:spcPct val="90000"/>
              </a:lnSpc>
              <a:spcBef>
                <a:spcPts val="0"/>
              </a:spcBef>
              <a:spcAft>
                <a:spcPts val="0"/>
              </a:spcAft>
              <a:buSzPts val="1200"/>
              <a:buFont typeface="Outfit"/>
              <a:buNone/>
              <a:defRPr>
                <a:latin typeface="Outfit"/>
                <a:ea typeface="Outfit"/>
                <a:cs typeface="Outfit"/>
                <a:sym typeface="Outfit"/>
              </a:defRPr>
            </a:lvl4pPr>
            <a:lvl5pPr lvl="4">
              <a:lnSpc>
                <a:spcPct val="90000"/>
              </a:lnSpc>
              <a:spcBef>
                <a:spcPts val="0"/>
              </a:spcBef>
              <a:spcAft>
                <a:spcPts val="0"/>
              </a:spcAft>
              <a:buSzPts val="1200"/>
              <a:buFont typeface="Outfit"/>
              <a:buNone/>
              <a:defRPr>
                <a:latin typeface="Outfit"/>
                <a:ea typeface="Outfit"/>
                <a:cs typeface="Outfit"/>
                <a:sym typeface="Outfit"/>
              </a:defRPr>
            </a:lvl5pPr>
            <a:lvl6pPr lvl="5">
              <a:lnSpc>
                <a:spcPct val="90000"/>
              </a:lnSpc>
              <a:spcBef>
                <a:spcPts val="0"/>
              </a:spcBef>
              <a:spcAft>
                <a:spcPts val="0"/>
              </a:spcAft>
              <a:buSzPts val="1200"/>
              <a:buFont typeface="Outfit"/>
              <a:buNone/>
              <a:defRPr>
                <a:latin typeface="Outfit"/>
                <a:ea typeface="Outfit"/>
                <a:cs typeface="Outfit"/>
                <a:sym typeface="Outfit"/>
              </a:defRPr>
            </a:lvl6pPr>
            <a:lvl7pPr lvl="6">
              <a:lnSpc>
                <a:spcPct val="90000"/>
              </a:lnSpc>
              <a:spcBef>
                <a:spcPts val="0"/>
              </a:spcBef>
              <a:spcAft>
                <a:spcPts val="0"/>
              </a:spcAft>
              <a:buSzPts val="1200"/>
              <a:buFont typeface="Outfit"/>
              <a:buNone/>
              <a:defRPr>
                <a:latin typeface="Outfit"/>
                <a:ea typeface="Outfit"/>
                <a:cs typeface="Outfit"/>
                <a:sym typeface="Outfit"/>
              </a:defRPr>
            </a:lvl7pPr>
            <a:lvl8pPr lvl="7">
              <a:lnSpc>
                <a:spcPct val="90000"/>
              </a:lnSpc>
              <a:spcBef>
                <a:spcPts val="0"/>
              </a:spcBef>
              <a:spcAft>
                <a:spcPts val="0"/>
              </a:spcAft>
              <a:buSzPts val="1200"/>
              <a:buFont typeface="Outfit"/>
              <a:buNone/>
              <a:defRPr>
                <a:latin typeface="Outfit"/>
                <a:ea typeface="Outfit"/>
                <a:cs typeface="Outfit"/>
                <a:sym typeface="Outfit"/>
              </a:defRPr>
            </a:lvl8pPr>
            <a:lvl9pPr lvl="8">
              <a:lnSpc>
                <a:spcPct val="90000"/>
              </a:lnSpc>
              <a:spcBef>
                <a:spcPts val="0"/>
              </a:spcBef>
              <a:spcAft>
                <a:spcPts val="0"/>
              </a:spcAft>
              <a:buSzPts val="1200"/>
              <a:buFont typeface="Outfit"/>
              <a:buNone/>
              <a:defRPr>
                <a:latin typeface="Outfit"/>
                <a:ea typeface="Outfit"/>
                <a:cs typeface="Outfit"/>
                <a:sym typeface="Outfit"/>
              </a:defRPr>
            </a:lvl9pPr>
          </a:lstStyle>
          <a:p/>
        </p:txBody>
      </p:sp>
      <p:sp>
        <p:nvSpPr>
          <p:cNvPr id="306" name="Google Shape;306;p28"/>
          <p:cNvSpPr txBox="1"/>
          <p:nvPr>
            <p:ph idx="9" type="subTitle"/>
          </p:nvPr>
        </p:nvSpPr>
        <p:spPr>
          <a:xfrm>
            <a:off x="2455100" y="3174088"/>
            <a:ext cx="2064000" cy="661200"/>
          </a:xfrm>
          <a:prstGeom prst="rect">
            <a:avLst/>
          </a:prstGeom>
        </p:spPr>
        <p:txBody>
          <a:bodyPr anchorCtr="0" anchor="t" bIns="0" lIns="0" spcFirstLastPara="1" rIns="182875" wrap="square" tIns="0">
            <a:noAutofit/>
          </a:bodyPr>
          <a:lstStyle>
            <a:lvl1pPr lvl="0">
              <a:spcBef>
                <a:spcPts val="0"/>
              </a:spcBef>
              <a:spcAft>
                <a:spcPts val="0"/>
              </a:spcAft>
              <a:buNone/>
              <a:defRPr sz="1000"/>
            </a:lvl1pPr>
            <a:lvl2pPr lvl="1">
              <a:lnSpc>
                <a:spcPct val="90000"/>
              </a:lnSpc>
              <a:spcBef>
                <a:spcPts val="0"/>
              </a:spcBef>
              <a:spcAft>
                <a:spcPts val="0"/>
              </a:spcAft>
              <a:buSzPts val="1200"/>
              <a:buFont typeface="Outfit"/>
              <a:buNone/>
              <a:defRPr>
                <a:latin typeface="Outfit"/>
                <a:ea typeface="Outfit"/>
                <a:cs typeface="Outfit"/>
                <a:sym typeface="Outfit"/>
              </a:defRPr>
            </a:lvl2pPr>
            <a:lvl3pPr lvl="2">
              <a:lnSpc>
                <a:spcPct val="90000"/>
              </a:lnSpc>
              <a:spcBef>
                <a:spcPts val="0"/>
              </a:spcBef>
              <a:spcAft>
                <a:spcPts val="0"/>
              </a:spcAft>
              <a:buSzPts val="1200"/>
              <a:buFont typeface="Outfit"/>
              <a:buNone/>
              <a:defRPr>
                <a:latin typeface="Outfit"/>
                <a:ea typeface="Outfit"/>
                <a:cs typeface="Outfit"/>
                <a:sym typeface="Outfit"/>
              </a:defRPr>
            </a:lvl3pPr>
            <a:lvl4pPr lvl="3">
              <a:lnSpc>
                <a:spcPct val="90000"/>
              </a:lnSpc>
              <a:spcBef>
                <a:spcPts val="0"/>
              </a:spcBef>
              <a:spcAft>
                <a:spcPts val="0"/>
              </a:spcAft>
              <a:buSzPts val="1200"/>
              <a:buFont typeface="Outfit"/>
              <a:buNone/>
              <a:defRPr>
                <a:latin typeface="Outfit"/>
                <a:ea typeface="Outfit"/>
                <a:cs typeface="Outfit"/>
                <a:sym typeface="Outfit"/>
              </a:defRPr>
            </a:lvl4pPr>
            <a:lvl5pPr lvl="4">
              <a:lnSpc>
                <a:spcPct val="90000"/>
              </a:lnSpc>
              <a:spcBef>
                <a:spcPts val="0"/>
              </a:spcBef>
              <a:spcAft>
                <a:spcPts val="0"/>
              </a:spcAft>
              <a:buSzPts val="1200"/>
              <a:buFont typeface="Outfit"/>
              <a:buNone/>
              <a:defRPr>
                <a:latin typeface="Outfit"/>
                <a:ea typeface="Outfit"/>
                <a:cs typeface="Outfit"/>
                <a:sym typeface="Outfit"/>
              </a:defRPr>
            </a:lvl5pPr>
            <a:lvl6pPr lvl="5">
              <a:lnSpc>
                <a:spcPct val="90000"/>
              </a:lnSpc>
              <a:spcBef>
                <a:spcPts val="0"/>
              </a:spcBef>
              <a:spcAft>
                <a:spcPts val="0"/>
              </a:spcAft>
              <a:buSzPts val="1200"/>
              <a:buFont typeface="Outfit"/>
              <a:buNone/>
              <a:defRPr>
                <a:latin typeface="Outfit"/>
                <a:ea typeface="Outfit"/>
                <a:cs typeface="Outfit"/>
                <a:sym typeface="Outfit"/>
              </a:defRPr>
            </a:lvl6pPr>
            <a:lvl7pPr lvl="6">
              <a:lnSpc>
                <a:spcPct val="90000"/>
              </a:lnSpc>
              <a:spcBef>
                <a:spcPts val="0"/>
              </a:spcBef>
              <a:spcAft>
                <a:spcPts val="0"/>
              </a:spcAft>
              <a:buSzPts val="1200"/>
              <a:buFont typeface="Outfit"/>
              <a:buNone/>
              <a:defRPr>
                <a:latin typeface="Outfit"/>
                <a:ea typeface="Outfit"/>
                <a:cs typeface="Outfit"/>
                <a:sym typeface="Outfit"/>
              </a:defRPr>
            </a:lvl7pPr>
            <a:lvl8pPr lvl="7">
              <a:lnSpc>
                <a:spcPct val="90000"/>
              </a:lnSpc>
              <a:spcBef>
                <a:spcPts val="0"/>
              </a:spcBef>
              <a:spcAft>
                <a:spcPts val="0"/>
              </a:spcAft>
              <a:buSzPts val="1200"/>
              <a:buFont typeface="Outfit"/>
              <a:buNone/>
              <a:defRPr>
                <a:latin typeface="Outfit"/>
                <a:ea typeface="Outfit"/>
                <a:cs typeface="Outfit"/>
                <a:sym typeface="Outfit"/>
              </a:defRPr>
            </a:lvl8pPr>
            <a:lvl9pPr lvl="8">
              <a:lnSpc>
                <a:spcPct val="90000"/>
              </a:lnSpc>
              <a:spcBef>
                <a:spcPts val="0"/>
              </a:spcBef>
              <a:spcAft>
                <a:spcPts val="0"/>
              </a:spcAft>
              <a:buSzPts val="1200"/>
              <a:buFont typeface="Outfit"/>
              <a:buNone/>
              <a:defRPr>
                <a:latin typeface="Outfit"/>
                <a:ea typeface="Outfit"/>
                <a:cs typeface="Outfit"/>
                <a:sym typeface="Outfit"/>
              </a:defRPr>
            </a:lvl9pPr>
          </a:lstStyle>
          <a:p/>
        </p:txBody>
      </p:sp>
      <p:sp>
        <p:nvSpPr>
          <p:cNvPr id="307" name="Google Shape;307;p28"/>
          <p:cNvSpPr txBox="1"/>
          <p:nvPr>
            <p:ph idx="13" type="subTitle"/>
          </p:nvPr>
        </p:nvSpPr>
        <p:spPr>
          <a:xfrm>
            <a:off x="2455100" y="4075913"/>
            <a:ext cx="2064000" cy="661200"/>
          </a:xfrm>
          <a:prstGeom prst="rect">
            <a:avLst/>
          </a:prstGeom>
        </p:spPr>
        <p:txBody>
          <a:bodyPr anchorCtr="0" anchor="t" bIns="0" lIns="0" spcFirstLastPara="1" rIns="182875" wrap="square" tIns="0">
            <a:noAutofit/>
          </a:bodyPr>
          <a:lstStyle>
            <a:lvl1pPr lvl="0">
              <a:spcBef>
                <a:spcPts val="0"/>
              </a:spcBef>
              <a:spcAft>
                <a:spcPts val="0"/>
              </a:spcAft>
              <a:buNone/>
              <a:defRPr sz="1000"/>
            </a:lvl1pPr>
            <a:lvl2pPr lvl="1">
              <a:lnSpc>
                <a:spcPct val="90000"/>
              </a:lnSpc>
              <a:spcBef>
                <a:spcPts val="0"/>
              </a:spcBef>
              <a:spcAft>
                <a:spcPts val="0"/>
              </a:spcAft>
              <a:buSzPts val="1200"/>
              <a:buFont typeface="Outfit"/>
              <a:buNone/>
              <a:defRPr>
                <a:latin typeface="Outfit"/>
                <a:ea typeface="Outfit"/>
                <a:cs typeface="Outfit"/>
                <a:sym typeface="Outfit"/>
              </a:defRPr>
            </a:lvl2pPr>
            <a:lvl3pPr lvl="2">
              <a:lnSpc>
                <a:spcPct val="90000"/>
              </a:lnSpc>
              <a:spcBef>
                <a:spcPts val="0"/>
              </a:spcBef>
              <a:spcAft>
                <a:spcPts val="0"/>
              </a:spcAft>
              <a:buSzPts val="1200"/>
              <a:buFont typeface="Outfit"/>
              <a:buNone/>
              <a:defRPr>
                <a:latin typeface="Outfit"/>
                <a:ea typeface="Outfit"/>
                <a:cs typeface="Outfit"/>
                <a:sym typeface="Outfit"/>
              </a:defRPr>
            </a:lvl3pPr>
            <a:lvl4pPr lvl="3">
              <a:lnSpc>
                <a:spcPct val="90000"/>
              </a:lnSpc>
              <a:spcBef>
                <a:spcPts val="0"/>
              </a:spcBef>
              <a:spcAft>
                <a:spcPts val="0"/>
              </a:spcAft>
              <a:buSzPts val="1200"/>
              <a:buFont typeface="Outfit"/>
              <a:buNone/>
              <a:defRPr>
                <a:latin typeface="Outfit"/>
                <a:ea typeface="Outfit"/>
                <a:cs typeface="Outfit"/>
                <a:sym typeface="Outfit"/>
              </a:defRPr>
            </a:lvl4pPr>
            <a:lvl5pPr lvl="4">
              <a:lnSpc>
                <a:spcPct val="90000"/>
              </a:lnSpc>
              <a:spcBef>
                <a:spcPts val="0"/>
              </a:spcBef>
              <a:spcAft>
                <a:spcPts val="0"/>
              </a:spcAft>
              <a:buSzPts val="1200"/>
              <a:buFont typeface="Outfit"/>
              <a:buNone/>
              <a:defRPr>
                <a:latin typeface="Outfit"/>
                <a:ea typeface="Outfit"/>
                <a:cs typeface="Outfit"/>
                <a:sym typeface="Outfit"/>
              </a:defRPr>
            </a:lvl5pPr>
            <a:lvl6pPr lvl="5">
              <a:lnSpc>
                <a:spcPct val="90000"/>
              </a:lnSpc>
              <a:spcBef>
                <a:spcPts val="0"/>
              </a:spcBef>
              <a:spcAft>
                <a:spcPts val="0"/>
              </a:spcAft>
              <a:buSzPts val="1200"/>
              <a:buFont typeface="Outfit"/>
              <a:buNone/>
              <a:defRPr>
                <a:latin typeface="Outfit"/>
                <a:ea typeface="Outfit"/>
                <a:cs typeface="Outfit"/>
                <a:sym typeface="Outfit"/>
              </a:defRPr>
            </a:lvl6pPr>
            <a:lvl7pPr lvl="6">
              <a:lnSpc>
                <a:spcPct val="90000"/>
              </a:lnSpc>
              <a:spcBef>
                <a:spcPts val="0"/>
              </a:spcBef>
              <a:spcAft>
                <a:spcPts val="0"/>
              </a:spcAft>
              <a:buSzPts val="1200"/>
              <a:buFont typeface="Outfit"/>
              <a:buNone/>
              <a:defRPr>
                <a:latin typeface="Outfit"/>
                <a:ea typeface="Outfit"/>
                <a:cs typeface="Outfit"/>
                <a:sym typeface="Outfit"/>
              </a:defRPr>
            </a:lvl7pPr>
            <a:lvl8pPr lvl="7">
              <a:lnSpc>
                <a:spcPct val="90000"/>
              </a:lnSpc>
              <a:spcBef>
                <a:spcPts val="0"/>
              </a:spcBef>
              <a:spcAft>
                <a:spcPts val="0"/>
              </a:spcAft>
              <a:buSzPts val="1200"/>
              <a:buFont typeface="Outfit"/>
              <a:buNone/>
              <a:defRPr>
                <a:latin typeface="Outfit"/>
                <a:ea typeface="Outfit"/>
                <a:cs typeface="Outfit"/>
                <a:sym typeface="Outfit"/>
              </a:defRPr>
            </a:lvl8pPr>
            <a:lvl9pPr lvl="8">
              <a:lnSpc>
                <a:spcPct val="90000"/>
              </a:lnSpc>
              <a:spcBef>
                <a:spcPts val="0"/>
              </a:spcBef>
              <a:spcAft>
                <a:spcPts val="0"/>
              </a:spcAft>
              <a:buSzPts val="1200"/>
              <a:buFont typeface="Outfit"/>
              <a:buNone/>
              <a:defRPr>
                <a:latin typeface="Outfit"/>
                <a:ea typeface="Outfit"/>
                <a:cs typeface="Outfit"/>
                <a:sym typeface="Outfit"/>
              </a:defRPr>
            </a:lvl9pPr>
          </a:lstStyle>
          <a:p/>
        </p:txBody>
      </p:sp>
      <p:sp>
        <p:nvSpPr>
          <p:cNvPr id="308" name="Google Shape;308;p28"/>
          <p:cNvSpPr txBox="1"/>
          <p:nvPr>
            <p:ph idx="14" type="subTitle"/>
          </p:nvPr>
        </p:nvSpPr>
        <p:spPr>
          <a:xfrm>
            <a:off x="4625425" y="2111375"/>
            <a:ext cx="2064000" cy="661200"/>
          </a:xfrm>
          <a:prstGeom prst="rect">
            <a:avLst/>
          </a:prstGeom>
        </p:spPr>
        <p:txBody>
          <a:bodyPr anchorCtr="0" anchor="t" bIns="0" lIns="0" spcFirstLastPara="1" rIns="182875" wrap="square" tIns="0">
            <a:noAutofit/>
          </a:bodyPr>
          <a:lstStyle>
            <a:lvl1pPr lvl="0">
              <a:spcBef>
                <a:spcPts val="0"/>
              </a:spcBef>
              <a:spcAft>
                <a:spcPts val="0"/>
              </a:spcAft>
              <a:buNone/>
              <a:defRPr sz="1000"/>
            </a:lvl1pPr>
            <a:lvl2pPr lvl="1">
              <a:lnSpc>
                <a:spcPct val="90000"/>
              </a:lnSpc>
              <a:spcBef>
                <a:spcPts val="0"/>
              </a:spcBef>
              <a:spcAft>
                <a:spcPts val="0"/>
              </a:spcAft>
              <a:buSzPts val="1200"/>
              <a:buFont typeface="Outfit"/>
              <a:buNone/>
              <a:defRPr>
                <a:latin typeface="Outfit"/>
                <a:ea typeface="Outfit"/>
                <a:cs typeface="Outfit"/>
                <a:sym typeface="Outfit"/>
              </a:defRPr>
            </a:lvl2pPr>
            <a:lvl3pPr lvl="2">
              <a:lnSpc>
                <a:spcPct val="90000"/>
              </a:lnSpc>
              <a:spcBef>
                <a:spcPts val="0"/>
              </a:spcBef>
              <a:spcAft>
                <a:spcPts val="0"/>
              </a:spcAft>
              <a:buSzPts val="1200"/>
              <a:buFont typeface="Outfit"/>
              <a:buNone/>
              <a:defRPr>
                <a:latin typeface="Outfit"/>
                <a:ea typeface="Outfit"/>
                <a:cs typeface="Outfit"/>
                <a:sym typeface="Outfit"/>
              </a:defRPr>
            </a:lvl3pPr>
            <a:lvl4pPr lvl="3">
              <a:lnSpc>
                <a:spcPct val="90000"/>
              </a:lnSpc>
              <a:spcBef>
                <a:spcPts val="0"/>
              </a:spcBef>
              <a:spcAft>
                <a:spcPts val="0"/>
              </a:spcAft>
              <a:buSzPts val="1200"/>
              <a:buFont typeface="Outfit"/>
              <a:buNone/>
              <a:defRPr>
                <a:latin typeface="Outfit"/>
                <a:ea typeface="Outfit"/>
                <a:cs typeface="Outfit"/>
                <a:sym typeface="Outfit"/>
              </a:defRPr>
            </a:lvl4pPr>
            <a:lvl5pPr lvl="4">
              <a:lnSpc>
                <a:spcPct val="90000"/>
              </a:lnSpc>
              <a:spcBef>
                <a:spcPts val="0"/>
              </a:spcBef>
              <a:spcAft>
                <a:spcPts val="0"/>
              </a:spcAft>
              <a:buSzPts val="1200"/>
              <a:buFont typeface="Outfit"/>
              <a:buNone/>
              <a:defRPr>
                <a:latin typeface="Outfit"/>
                <a:ea typeface="Outfit"/>
                <a:cs typeface="Outfit"/>
                <a:sym typeface="Outfit"/>
              </a:defRPr>
            </a:lvl5pPr>
            <a:lvl6pPr lvl="5">
              <a:lnSpc>
                <a:spcPct val="90000"/>
              </a:lnSpc>
              <a:spcBef>
                <a:spcPts val="0"/>
              </a:spcBef>
              <a:spcAft>
                <a:spcPts val="0"/>
              </a:spcAft>
              <a:buSzPts val="1200"/>
              <a:buFont typeface="Outfit"/>
              <a:buNone/>
              <a:defRPr>
                <a:latin typeface="Outfit"/>
                <a:ea typeface="Outfit"/>
                <a:cs typeface="Outfit"/>
                <a:sym typeface="Outfit"/>
              </a:defRPr>
            </a:lvl6pPr>
            <a:lvl7pPr lvl="6">
              <a:lnSpc>
                <a:spcPct val="90000"/>
              </a:lnSpc>
              <a:spcBef>
                <a:spcPts val="0"/>
              </a:spcBef>
              <a:spcAft>
                <a:spcPts val="0"/>
              </a:spcAft>
              <a:buSzPts val="1200"/>
              <a:buFont typeface="Outfit"/>
              <a:buNone/>
              <a:defRPr>
                <a:latin typeface="Outfit"/>
                <a:ea typeface="Outfit"/>
                <a:cs typeface="Outfit"/>
                <a:sym typeface="Outfit"/>
              </a:defRPr>
            </a:lvl7pPr>
            <a:lvl8pPr lvl="7">
              <a:lnSpc>
                <a:spcPct val="90000"/>
              </a:lnSpc>
              <a:spcBef>
                <a:spcPts val="0"/>
              </a:spcBef>
              <a:spcAft>
                <a:spcPts val="0"/>
              </a:spcAft>
              <a:buSzPts val="1200"/>
              <a:buFont typeface="Outfit"/>
              <a:buNone/>
              <a:defRPr>
                <a:latin typeface="Outfit"/>
                <a:ea typeface="Outfit"/>
                <a:cs typeface="Outfit"/>
                <a:sym typeface="Outfit"/>
              </a:defRPr>
            </a:lvl8pPr>
            <a:lvl9pPr lvl="8">
              <a:lnSpc>
                <a:spcPct val="90000"/>
              </a:lnSpc>
              <a:spcBef>
                <a:spcPts val="0"/>
              </a:spcBef>
              <a:spcAft>
                <a:spcPts val="0"/>
              </a:spcAft>
              <a:buSzPts val="1200"/>
              <a:buFont typeface="Outfit"/>
              <a:buNone/>
              <a:defRPr>
                <a:latin typeface="Outfit"/>
                <a:ea typeface="Outfit"/>
                <a:cs typeface="Outfit"/>
                <a:sym typeface="Outfit"/>
              </a:defRPr>
            </a:lvl9pPr>
          </a:lstStyle>
          <a:p/>
        </p:txBody>
      </p:sp>
      <p:sp>
        <p:nvSpPr>
          <p:cNvPr id="309" name="Google Shape;309;p28"/>
          <p:cNvSpPr txBox="1"/>
          <p:nvPr>
            <p:ph idx="15" type="subTitle"/>
          </p:nvPr>
        </p:nvSpPr>
        <p:spPr>
          <a:xfrm>
            <a:off x="4625425" y="3174088"/>
            <a:ext cx="2064000" cy="661200"/>
          </a:xfrm>
          <a:prstGeom prst="rect">
            <a:avLst/>
          </a:prstGeom>
        </p:spPr>
        <p:txBody>
          <a:bodyPr anchorCtr="0" anchor="t" bIns="0" lIns="0" spcFirstLastPara="1" rIns="182875" wrap="square" tIns="0">
            <a:noAutofit/>
          </a:bodyPr>
          <a:lstStyle>
            <a:lvl1pPr lvl="0">
              <a:spcBef>
                <a:spcPts val="0"/>
              </a:spcBef>
              <a:spcAft>
                <a:spcPts val="0"/>
              </a:spcAft>
              <a:buNone/>
              <a:defRPr sz="1000"/>
            </a:lvl1pPr>
            <a:lvl2pPr lvl="1">
              <a:lnSpc>
                <a:spcPct val="90000"/>
              </a:lnSpc>
              <a:spcBef>
                <a:spcPts val="0"/>
              </a:spcBef>
              <a:spcAft>
                <a:spcPts val="0"/>
              </a:spcAft>
              <a:buSzPts val="1200"/>
              <a:buFont typeface="Outfit"/>
              <a:buNone/>
              <a:defRPr>
                <a:latin typeface="Outfit"/>
                <a:ea typeface="Outfit"/>
                <a:cs typeface="Outfit"/>
                <a:sym typeface="Outfit"/>
              </a:defRPr>
            </a:lvl2pPr>
            <a:lvl3pPr lvl="2">
              <a:lnSpc>
                <a:spcPct val="90000"/>
              </a:lnSpc>
              <a:spcBef>
                <a:spcPts val="0"/>
              </a:spcBef>
              <a:spcAft>
                <a:spcPts val="0"/>
              </a:spcAft>
              <a:buSzPts val="1200"/>
              <a:buFont typeface="Outfit"/>
              <a:buNone/>
              <a:defRPr>
                <a:latin typeface="Outfit"/>
                <a:ea typeface="Outfit"/>
                <a:cs typeface="Outfit"/>
                <a:sym typeface="Outfit"/>
              </a:defRPr>
            </a:lvl3pPr>
            <a:lvl4pPr lvl="3">
              <a:lnSpc>
                <a:spcPct val="90000"/>
              </a:lnSpc>
              <a:spcBef>
                <a:spcPts val="0"/>
              </a:spcBef>
              <a:spcAft>
                <a:spcPts val="0"/>
              </a:spcAft>
              <a:buSzPts val="1200"/>
              <a:buFont typeface="Outfit"/>
              <a:buNone/>
              <a:defRPr>
                <a:latin typeface="Outfit"/>
                <a:ea typeface="Outfit"/>
                <a:cs typeface="Outfit"/>
                <a:sym typeface="Outfit"/>
              </a:defRPr>
            </a:lvl4pPr>
            <a:lvl5pPr lvl="4">
              <a:lnSpc>
                <a:spcPct val="90000"/>
              </a:lnSpc>
              <a:spcBef>
                <a:spcPts val="0"/>
              </a:spcBef>
              <a:spcAft>
                <a:spcPts val="0"/>
              </a:spcAft>
              <a:buSzPts val="1200"/>
              <a:buFont typeface="Outfit"/>
              <a:buNone/>
              <a:defRPr>
                <a:latin typeface="Outfit"/>
                <a:ea typeface="Outfit"/>
                <a:cs typeface="Outfit"/>
                <a:sym typeface="Outfit"/>
              </a:defRPr>
            </a:lvl5pPr>
            <a:lvl6pPr lvl="5">
              <a:lnSpc>
                <a:spcPct val="90000"/>
              </a:lnSpc>
              <a:spcBef>
                <a:spcPts val="0"/>
              </a:spcBef>
              <a:spcAft>
                <a:spcPts val="0"/>
              </a:spcAft>
              <a:buSzPts val="1200"/>
              <a:buFont typeface="Outfit"/>
              <a:buNone/>
              <a:defRPr>
                <a:latin typeface="Outfit"/>
                <a:ea typeface="Outfit"/>
                <a:cs typeface="Outfit"/>
                <a:sym typeface="Outfit"/>
              </a:defRPr>
            </a:lvl6pPr>
            <a:lvl7pPr lvl="6">
              <a:lnSpc>
                <a:spcPct val="90000"/>
              </a:lnSpc>
              <a:spcBef>
                <a:spcPts val="0"/>
              </a:spcBef>
              <a:spcAft>
                <a:spcPts val="0"/>
              </a:spcAft>
              <a:buSzPts val="1200"/>
              <a:buFont typeface="Outfit"/>
              <a:buNone/>
              <a:defRPr>
                <a:latin typeface="Outfit"/>
                <a:ea typeface="Outfit"/>
                <a:cs typeface="Outfit"/>
                <a:sym typeface="Outfit"/>
              </a:defRPr>
            </a:lvl7pPr>
            <a:lvl8pPr lvl="7">
              <a:lnSpc>
                <a:spcPct val="90000"/>
              </a:lnSpc>
              <a:spcBef>
                <a:spcPts val="0"/>
              </a:spcBef>
              <a:spcAft>
                <a:spcPts val="0"/>
              </a:spcAft>
              <a:buSzPts val="1200"/>
              <a:buFont typeface="Outfit"/>
              <a:buNone/>
              <a:defRPr>
                <a:latin typeface="Outfit"/>
                <a:ea typeface="Outfit"/>
                <a:cs typeface="Outfit"/>
                <a:sym typeface="Outfit"/>
              </a:defRPr>
            </a:lvl8pPr>
            <a:lvl9pPr lvl="8">
              <a:lnSpc>
                <a:spcPct val="90000"/>
              </a:lnSpc>
              <a:spcBef>
                <a:spcPts val="0"/>
              </a:spcBef>
              <a:spcAft>
                <a:spcPts val="0"/>
              </a:spcAft>
              <a:buSzPts val="1200"/>
              <a:buFont typeface="Outfit"/>
              <a:buNone/>
              <a:defRPr>
                <a:latin typeface="Outfit"/>
                <a:ea typeface="Outfit"/>
                <a:cs typeface="Outfit"/>
                <a:sym typeface="Outfit"/>
              </a:defRPr>
            </a:lvl9pPr>
          </a:lstStyle>
          <a:p/>
        </p:txBody>
      </p:sp>
      <p:sp>
        <p:nvSpPr>
          <p:cNvPr id="310" name="Google Shape;310;p28"/>
          <p:cNvSpPr txBox="1"/>
          <p:nvPr>
            <p:ph idx="16" type="subTitle"/>
          </p:nvPr>
        </p:nvSpPr>
        <p:spPr>
          <a:xfrm>
            <a:off x="4625425" y="4075913"/>
            <a:ext cx="2064000" cy="661200"/>
          </a:xfrm>
          <a:prstGeom prst="rect">
            <a:avLst/>
          </a:prstGeom>
        </p:spPr>
        <p:txBody>
          <a:bodyPr anchorCtr="0" anchor="t" bIns="0" lIns="0" spcFirstLastPara="1" rIns="182875" wrap="square" tIns="0">
            <a:noAutofit/>
          </a:bodyPr>
          <a:lstStyle>
            <a:lvl1pPr lvl="0">
              <a:spcBef>
                <a:spcPts val="0"/>
              </a:spcBef>
              <a:spcAft>
                <a:spcPts val="0"/>
              </a:spcAft>
              <a:buNone/>
              <a:defRPr sz="1000"/>
            </a:lvl1pPr>
            <a:lvl2pPr lvl="1">
              <a:lnSpc>
                <a:spcPct val="90000"/>
              </a:lnSpc>
              <a:spcBef>
                <a:spcPts val="0"/>
              </a:spcBef>
              <a:spcAft>
                <a:spcPts val="0"/>
              </a:spcAft>
              <a:buSzPts val="1200"/>
              <a:buFont typeface="Outfit"/>
              <a:buNone/>
              <a:defRPr>
                <a:latin typeface="Outfit"/>
                <a:ea typeface="Outfit"/>
                <a:cs typeface="Outfit"/>
                <a:sym typeface="Outfit"/>
              </a:defRPr>
            </a:lvl2pPr>
            <a:lvl3pPr lvl="2">
              <a:lnSpc>
                <a:spcPct val="90000"/>
              </a:lnSpc>
              <a:spcBef>
                <a:spcPts val="0"/>
              </a:spcBef>
              <a:spcAft>
                <a:spcPts val="0"/>
              </a:spcAft>
              <a:buSzPts val="1200"/>
              <a:buFont typeface="Outfit"/>
              <a:buNone/>
              <a:defRPr>
                <a:latin typeface="Outfit"/>
                <a:ea typeface="Outfit"/>
                <a:cs typeface="Outfit"/>
                <a:sym typeface="Outfit"/>
              </a:defRPr>
            </a:lvl3pPr>
            <a:lvl4pPr lvl="3">
              <a:lnSpc>
                <a:spcPct val="90000"/>
              </a:lnSpc>
              <a:spcBef>
                <a:spcPts val="0"/>
              </a:spcBef>
              <a:spcAft>
                <a:spcPts val="0"/>
              </a:spcAft>
              <a:buSzPts val="1200"/>
              <a:buFont typeface="Outfit"/>
              <a:buNone/>
              <a:defRPr>
                <a:latin typeface="Outfit"/>
                <a:ea typeface="Outfit"/>
                <a:cs typeface="Outfit"/>
                <a:sym typeface="Outfit"/>
              </a:defRPr>
            </a:lvl4pPr>
            <a:lvl5pPr lvl="4">
              <a:lnSpc>
                <a:spcPct val="90000"/>
              </a:lnSpc>
              <a:spcBef>
                <a:spcPts val="0"/>
              </a:spcBef>
              <a:spcAft>
                <a:spcPts val="0"/>
              </a:spcAft>
              <a:buSzPts val="1200"/>
              <a:buFont typeface="Outfit"/>
              <a:buNone/>
              <a:defRPr>
                <a:latin typeface="Outfit"/>
                <a:ea typeface="Outfit"/>
                <a:cs typeface="Outfit"/>
                <a:sym typeface="Outfit"/>
              </a:defRPr>
            </a:lvl5pPr>
            <a:lvl6pPr lvl="5">
              <a:lnSpc>
                <a:spcPct val="90000"/>
              </a:lnSpc>
              <a:spcBef>
                <a:spcPts val="0"/>
              </a:spcBef>
              <a:spcAft>
                <a:spcPts val="0"/>
              </a:spcAft>
              <a:buSzPts val="1200"/>
              <a:buFont typeface="Outfit"/>
              <a:buNone/>
              <a:defRPr>
                <a:latin typeface="Outfit"/>
                <a:ea typeface="Outfit"/>
                <a:cs typeface="Outfit"/>
                <a:sym typeface="Outfit"/>
              </a:defRPr>
            </a:lvl6pPr>
            <a:lvl7pPr lvl="6">
              <a:lnSpc>
                <a:spcPct val="90000"/>
              </a:lnSpc>
              <a:spcBef>
                <a:spcPts val="0"/>
              </a:spcBef>
              <a:spcAft>
                <a:spcPts val="0"/>
              </a:spcAft>
              <a:buSzPts val="1200"/>
              <a:buFont typeface="Outfit"/>
              <a:buNone/>
              <a:defRPr>
                <a:latin typeface="Outfit"/>
                <a:ea typeface="Outfit"/>
                <a:cs typeface="Outfit"/>
                <a:sym typeface="Outfit"/>
              </a:defRPr>
            </a:lvl7pPr>
            <a:lvl8pPr lvl="7">
              <a:lnSpc>
                <a:spcPct val="90000"/>
              </a:lnSpc>
              <a:spcBef>
                <a:spcPts val="0"/>
              </a:spcBef>
              <a:spcAft>
                <a:spcPts val="0"/>
              </a:spcAft>
              <a:buSzPts val="1200"/>
              <a:buFont typeface="Outfit"/>
              <a:buNone/>
              <a:defRPr>
                <a:latin typeface="Outfit"/>
                <a:ea typeface="Outfit"/>
                <a:cs typeface="Outfit"/>
                <a:sym typeface="Outfit"/>
              </a:defRPr>
            </a:lvl8pPr>
            <a:lvl9pPr lvl="8">
              <a:lnSpc>
                <a:spcPct val="90000"/>
              </a:lnSpc>
              <a:spcBef>
                <a:spcPts val="0"/>
              </a:spcBef>
              <a:spcAft>
                <a:spcPts val="0"/>
              </a:spcAft>
              <a:buSzPts val="1200"/>
              <a:buFont typeface="Outfit"/>
              <a:buNone/>
              <a:defRPr>
                <a:latin typeface="Outfit"/>
                <a:ea typeface="Outfit"/>
                <a:cs typeface="Outfit"/>
                <a:sym typeface="Outfit"/>
              </a:defRPr>
            </a:lvl9pPr>
          </a:lstStyle>
          <a:p/>
        </p:txBody>
      </p:sp>
      <p:sp>
        <p:nvSpPr>
          <p:cNvPr id="311" name="Google Shape;311;p28"/>
          <p:cNvSpPr txBox="1"/>
          <p:nvPr>
            <p:ph idx="17" type="subTitle"/>
          </p:nvPr>
        </p:nvSpPr>
        <p:spPr>
          <a:xfrm>
            <a:off x="6795750" y="2111375"/>
            <a:ext cx="2064000" cy="661200"/>
          </a:xfrm>
          <a:prstGeom prst="rect">
            <a:avLst/>
          </a:prstGeom>
        </p:spPr>
        <p:txBody>
          <a:bodyPr anchorCtr="0" anchor="t" bIns="0" lIns="0" spcFirstLastPara="1" rIns="182875" wrap="square" tIns="0">
            <a:noAutofit/>
          </a:bodyPr>
          <a:lstStyle>
            <a:lvl1pPr lvl="0">
              <a:spcBef>
                <a:spcPts val="0"/>
              </a:spcBef>
              <a:spcAft>
                <a:spcPts val="0"/>
              </a:spcAft>
              <a:buNone/>
              <a:defRPr sz="1000"/>
            </a:lvl1pPr>
            <a:lvl2pPr lvl="1">
              <a:lnSpc>
                <a:spcPct val="90000"/>
              </a:lnSpc>
              <a:spcBef>
                <a:spcPts val="0"/>
              </a:spcBef>
              <a:spcAft>
                <a:spcPts val="0"/>
              </a:spcAft>
              <a:buSzPts val="1200"/>
              <a:buFont typeface="Outfit"/>
              <a:buNone/>
              <a:defRPr>
                <a:latin typeface="Outfit"/>
                <a:ea typeface="Outfit"/>
                <a:cs typeface="Outfit"/>
                <a:sym typeface="Outfit"/>
              </a:defRPr>
            </a:lvl2pPr>
            <a:lvl3pPr lvl="2">
              <a:lnSpc>
                <a:spcPct val="90000"/>
              </a:lnSpc>
              <a:spcBef>
                <a:spcPts val="0"/>
              </a:spcBef>
              <a:spcAft>
                <a:spcPts val="0"/>
              </a:spcAft>
              <a:buSzPts val="1200"/>
              <a:buFont typeface="Outfit"/>
              <a:buNone/>
              <a:defRPr>
                <a:latin typeface="Outfit"/>
                <a:ea typeface="Outfit"/>
                <a:cs typeface="Outfit"/>
                <a:sym typeface="Outfit"/>
              </a:defRPr>
            </a:lvl3pPr>
            <a:lvl4pPr lvl="3">
              <a:lnSpc>
                <a:spcPct val="90000"/>
              </a:lnSpc>
              <a:spcBef>
                <a:spcPts val="0"/>
              </a:spcBef>
              <a:spcAft>
                <a:spcPts val="0"/>
              </a:spcAft>
              <a:buSzPts val="1200"/>
              <a:buFont typeface="Outfit"/>
              <a:buNone/>
              <a:defRPr>
                <a:latin typeface="Outfit"/>
                <a:ea typeface="Outfit"/>
                <a:cs typeface="Outfit"/>
                <a:sym typeface="Outfit"/>
              </a:defRPr>
            </a:lvl4pPr>
            <a:lvl5pPr lvl="4">
              <a:lnSpc>
                <a:spcPct val="90000"/>
              </a:lnSpc>
              <a:spcBef>
                <a:spcPts val="0"/>
              </a:spcBef>
              <a:spcAft>
                <a:spcPts val="0"/>
              </a:spcAft>
              <a:buSzPts val="1200"/>
              <a:buFont typeface="Outfit"/>
              <a:buNone/>
              <a:defRPr>
                <a:latin typeface="Outfit"/>
                <a:ea typeface="Outfit"/>
                <a:cs typeface="Outfit"/>
                <a:sym typeface="Outfit"/>
              </a:defRPr>
            </a:lvl5pPr>
            <a:lvl6pPr lvl="5">
              <a:lnSpc>
                <a:spcPct val="90000"/>
              </a:lnSpc>
              <a:spcBef>
                <a:spcPts val="0"/>
              </a:spcBef>
              <a:spcAft>
                <a:spcPts val="0"/>
              </a:spcAft>
              <a:buSzPts val="1200"/>
              <a:buFont typeface="Outfit"/>
              <a:buNone/>
              <a:defRPr>
                <a:latin typeface="Outfit"/>
                <a:ea typeface="Outfit"/>
                <a:cs typeface="Outfit"/>
                <a:sym typeface="Outfit"/>
              </a:defRPr>
            </a:lvl6pPr>
            <a:lvl7pPr lvl="6">
              <a:lnSpc>
                <a:spcPct val="90000"/>
              </a:lnSpc>
              <a:spcBef>
                <a:spcPts val="0"/>
              </a:spcBef>
              <a:spcAft>
                <a:spcPts val="0"/>
              </a:spcAft>
              <a:buSzPts val="1200"/>
              <a:buFont typeface="Outfit"/>
              <a:buNone/>
              <a:defRPr>
                <a:latin typeface="Outfit"/>
                <a:ea typeface="Outfit"/>
                <a:cs typeface="Outfit"/>
                <a:sym typeface="Outfit"/>
              </a:defRPr>
            </a:lvl7pPr>
            <a:lvl8pPr lvl="7">
              <a:lnSpc>
                <a:spcPct val="90000"/>
              </a:lnSpc>
              <a:spcBef>
                <a:spcPts val="0"/>
              </a:spcBef>
              <a:spcAft>
                <a:spcPts val="0"/>
              </a:spcAft>
              <a:buSzPts val="1200"/>
              <a:buFont typeface="Outfit"/>
              <a:buNone/>
              <a:defRPr>
                <a:latin typeface="Outfit"/>
                <a:ea typeface="Outfit"/>
                <a:cs typeface="Outfit"/>
                <a:sym typeface="Outfit"/>
              </a:defRPr>
            </a:lvl8pPr>
            <a:lvl9pPr lvl="8">
              <a:lnSpc>
                <a:spcPct val="90000"/>
              </a:lnSpc>
              <a:spcBef>
                <a:spcPts val="0"/>
              </a:spcBef>
              <a:spcAft>
                <a:spcPts val="0"/>
              </a:spcAft>
              <a:buSzPts val="1200"/>
              <a:buFont typeface="Outfit"/>
              <a:buNone/>
              <a:defRPr>
                <a:latin typeface="Outfit"/>
                <a:ea typeface="Outfit"/>
                <a:cs typeface="Outfit"/>
                <a:sym typeface="Outfit"/>
              </a:defRPr>
            </a:lvl9pPr>
          </a:lstStyle>
          <a:p/>
        </p:txBody>
      </p:sp>
      <p:sp>
        <p:nvSpPr>
          <p:cNvPr id="312" name="Google Shape;312;p28"/>
          <p:cNvSpPr txBox="1"/>
          <p:nvPr>
            <p:ph idx="18" type="subTitle"/>
          </p:nvPr>
        </p:nvSpPr>
        <p:spPr>
          <a:xfrm>
            <a:off x="6795750" y="3174088"/>
            <a:ext cx="2064000" cy="661200"/>
          </a:xfrm>
          <a:prstGeom prst="rect">
            <a:avLst/>
          </a:prstGeom>
        </p:spPr>
        <p:txBody>
          <a:bodyPr anchorCtr="0" anchor="t" bIns="0" lIns="0" spcFirstLastPara="1" rIns="182875" wrap="square" tIns="0">
            <a:noAutofit/>
          </a:bodyPr>
          <a:lstStyle>
            <a:lvl1pPr lvl="0">
              <a:spcBef>
                <a:spcPts val="0"/>
              </a:spcBef>
              <a:spcAft>
                <a:spcPts val="0"/>
              </a:spcAft>
              <a:buNone/>
              <a:defRPr sz="1000"/>
            </a:lvl1pPr>
            <a:lvl2pPr lvl="1">
              <a:lnSpc>
                <a:spcPct val="90000"/>
              </a:lnSpc>
              <a:spcBef>
                <a:spcPts val="0"/>
              </a:spcBef>
              <a:spcAft>
                <a:spcPts val="0"/>
              </a:spcAft>
              <a:buSzPts val="1200"/>
              <a:buFont typeface="Outfit"/>
              <a:buNone/>
              <a:defRPr>
                <a:latin typeface="Outfit"/>
                <a:ea typeface="Outfit"/>
                <a:cs typeface="Outfit"/>
                <a:sym typeface="Outfit"/>
              </a:defRPr>
            </a:lvl2pPr>
            <a:lvl3pPr lvl="2">
              <a:lnSpc>
                <a:spcPct val="90000"/>
              </a:lnSpc>
              <a:spcBef>
                <a:spcPts val="0"/>
              </a:spcBef>
              <a:spcAft>
                <a:spcPts val="0"/>
              </a:spcAft>
              <a:buSzPts val="1200"/>
              <a:buFont typeface="Outfit"/>
              <a:buNone/>
              <a:defRPr>
                <a:latin typeface="Outfit"/>
                <a:ea typeface="Outfit"/>
                <a:cs typeface="Outfit"/>
                <a:sym typeface="Outfit"/>
              </a:defRPr>
            </a:lvl3pPr>
            <a:lvl4pPr lvl="3">
              <a:lnSpc>
                <a:spcPct val="90000"/>
              </a:lnSpc>
              <a:spcBef>
                <a:spcPts val="0"/>
              </a:spcBef>
              <a:spcAft>
                <a:spcPts val="0"/>
              </a:spcAft>
              <a:buSzPts val="1200"/>
              <a:buFont typeface="Outfit"/>
              <a:buNone/>
              <a:defRPr>
                <a:latin typeface="Outfit"/>
                <a:ea typeface="Outfit"/>
                <a:cs typeface="Outfit"/>
                <a:sym typeface="Outfit"/>
              </a:defRPr>
            </a:lvl4pPr>
            <a:lvl5pPr lvl="4">
              <a:lnSpc>
                <a:spcPct val="90000"/>
              </a:lnSpc>
              <a:spcBef>
                <a:spcPts val="0"/>
              </a:spcBef>
              <a:spcAft>
                <a:spcPts val="0"/>
              </a:spcAft>
              <a:buSzPts val="1200"/>
              <a:buFont typeface="Outfit"/>
              <a:buNone/>
              <a:defRPr>
                <a:latin typeface="Outfit"/>
                <a:ea typeface="Outfit"/>
                <a:cs typeface="Outfit"/>
                <a:sym typeface="Outfit"/>
              </a:defRPr>
            </a:lvl5pPr>
            <a:lvl6pPr lvl="5">
              <a:lnSpc>
                <a:spcPct val="90000"/>
              </a:lnSpc>
              <a:spcBef>
                <a:spcPts val="0"/>
              </a:spcBef>
              <a:spcAft>
                <a:spcPts val="0"/>
              </a:spcAft>
              <a:buSzPts val="1200"/>
              <a:buFont typeface="Outfit"/>
              <a:buNone/>
              <a:defRPr>
                <a:latin typeface="Outfit"/>
                <a:ea typeface="Outfit"/>
                <a:cs typeface="Outfit"/>
                <a:sym typeface="Outfit"/>
              </a:defRPr>
            </a:lvl6pPr>
            <a:lvl7pPr lvl="6">
              <a:lnSpc>
                <a:spcPct val="90000"/>
              </a:lnSpc>
              <a:spcBef>
                <a:spcPts val="0"/>
              </a:spcBef>
              <a:spcAft>
                <a:spcPts val="0"/>
              </a:spcAft>
              <a:buSzPts val="1200"/>
              <a:buFont typeface="Outfit"/>
              <a:buNone/>
              <a:defRPr>
                <a:latin typeface="Outfit"/>
                <a:ea typeface="Outfit"/>
                <a:cs typeface="Outfit"/>
                <a:sym typeface="Outfit"/>
              </a:defRPr>
            </a:lvl7pPr>
            <a:lvl8pPr lvl="7">
              <a:lnSpc>
                <a:spcPct val="90000"/>
              </a:lnSpc>
              <a:spcBef>
                <a:spcPts val="0"/>
              </a:spcBef>
              <a:spcAft>
                <a:spcPts val="0"/>
              </a:spcAft>
              <a:buSzPts val="1200"/>
              <a:buFont typeface="Outfit"/>
              <a:buNone/>
              <a:defRPr>
                <a:latin typeface="Outfit"/>
                <a:ea typeface="Outfit"/>
                <a:cs typeface="Outfit"/>
                <a:sym typeface="Outfit"/>
              </a:defRPr>
            </a:lvl8pPr>
            <a:lvl9pPr lvl="8">
              <a:lnSpc>
                <a:spcPct val="90000"/>
              </a:lnSpc>
              <a:spcBef>
                <a:spcPts val="0"/>
              </a:spcBef>
              <a:spcAft>
                <a:spcPts val="0"/>
              </a:spcAft>
              <a:buSzPts val="1200"/>
              <a:buFont typeface="Outfit"/>
              <a:buNone/>
              <a:defRPr>
                <a:latin typeface="Outfit"/>
                <a:ea typeface="Outfit"/>
                <a:cs typeface="Outfit"/>
                <a:sym typeface="Outfit"/>
              </a:defRPr>
            </a:lvl9pPr>
          </a:lstStyle>
          <a:p/>
        </p:txBody>
      </p:sp>
      <p:sp>
        <p:nvSpPr>
          <p:cNvPr id="313" name="Google Shape;313;p28"/>
          <p:cNvSpPr txBox="1"/>
          <p:nvPr>
            <p:ph idx="19" type="subTitle"/>
          </p:nvPr>
        </p:nvSpPr>
        <p:spPr>
          <a:xfrm>
            <a:off x="6795750" y="4075913"/>
            <a:ext cx="2064000" cy="661200"/>
          </a:xfrm>
          <a:prstGeom prst="rect">
            <a:avLst/>
          </a:prstGeom>
        </p:spPr>
        <p:txBody>
          <a:bodyPr anchorCtr="0" anchor="t" bIns="0" lIns="0" spcFirstLastPara="1" rIns="182875" wrap="square" tIns="0">
            <a:noAutofit/>
          </a:bodyPr>
          <a:lstStyle>
            <a:lvl1pPr lvl="0">
              <a:spcBef>
                <a:spcPts val="0"/>
              </a:spcBef>
              <a:spcAft>
                <a:spcPts val="0"/>
              </a:spcAft>
              <a:buNone/>
              <a:defRPr sz="1000"/>
            </a:lvl1pPr>
            <a:lvl2pPr lvl="1">
              <a:lnSpc>
                <a:spcPct val="90000"/>
              </a:lnSpc>
              <a:spcBef>
                <a:spcPts val="0"/>
              </a:spcBef>
              <a:spcAft>
                <a:spcPts val="0"/>
              </a:spcAft>
              <a:buSzPts val="1200"/>
              <a:buFont typeface="Outfit"/>
              <a:buNone/>
              <a:defRPr>
                <a:latin typeface="Outfit"/>
                <a:ea typeface="Outfit"/>
                <a:cs typeface="Outfit"/>
                <a:sym typeface="Outfit"/>
              </a:defRPr>
            </a:lvl2pPr>
            <a:lvl3pPr lvl="2">
              <a:lnSpc>
                <a:spcPct val="90000"/>
              </a:lnSpc>
              <a:spcBef>
                <a:spcPts val="0"/>
              </a:spcBef>
              <a:spcAft>
                <a:spcPts val="0"/>
              </a:spcAft>
              <a:buSzPts val="1200"/>
              <a:buFont typeface="Outfit"/>
              <a:buNone/>
              <a:defRPr>
                <a:latin typeface="Outfit"/>
                <a:ea typeface="Outfit"/>
                <a:cs typeface="Outfit"/>
                <a:sym typeface="Outfit"/>
              </a:defRPr>
            </a:lvl3pPr>
            <a:lvl4pPr lvl="3">
              <a:lnSpc>
                <a:spcPct val="90000"/>
              </a:lnSpc>
              <a:spcBef>
                <a:spcPts val="0"/>
              </a:spcBef>
              <a:spcAft>
                <a:spcPts val="0"/>
              </a:spcAft>
              <a:buSzPts val="1200"/>
              <a:buFont typeface="Outfit"/>
              <a:buNone/>
              <a:defRPr>
                <a:latin typeface="Outfit"/>
                <a:ea typeface="Outfit"/>
                <a:cs typeface="Outfit"/>
                <a:sym typeface="Outfit"/>
              </a:defRPr>
            </a:lvl4pPr>
            <a:lvl5pPr lvl="4">
              <a:lnSpc>
                <a:spcPct val="90000"/>
              </a:lnSpc>
              <a:spcBef>
                <a:spcPts val="0"/>
              </a:spcBef>
              <a:spcAft>
                <a:spcPts val="0"/>
              </a:spcAft>
              <a:buSzPts val="1200"/>
              <a:buFont typeface="Outfit"/>
              <a:buNone/>
              <a:defRPr>
                <a:latin typeface="Outfit"/>
                <a:ea typeface="Outfit"/>
                <a:cs typeface="Outfit"/>
                <a:sym typeface="Outfit"/>
              </a:defRPr>
            </a:lvl5pPr>
            <a:lvl6pPr lvl="5">
              <a:lnSpc>
                <a:spcPct val="90000"/>
              </a:lnSpc>
              <a:spcBef>
                <a:spcPts val="0"/>
              </a:spcBef>
              <a:spcAft>
                <a:spcPts val="0"/>
              </a:spcAft>
              <a:buSzPts val="1200"/>
              <a:buFont typeface="Outfit"/>
              <a:buNone/>
              <a:defRPr>
                <a:latin typeface="Outfit"/>
                <a:ea typeface="Outfit"/>
                <a:cs typeface="Outfit"/>
                <a:sym typeface="Outfit"/>
              </a:defRPr>
            </a:lvl6pPr>
            <a:lvl7pPr lvl="6">
              <a:lnSpc>
                <a:spcPct val="90000"/>
              </a:lnSpc>
              <a:spcBef>
                <a:spcPts val="0"/>
              </a:spcBef>
              <a:spcAft>
                <a:spcPts val="0"/>
              </a:spcAft>
              <a:buSzPts val="1200"/>
              <a:buFont typeface="Outfit"/>
              <a:buNone/>
              <a:defRPr>
                <a:latin typeface="Outfit"/>
                <a:ea typeface="Outfit"/>
                <a:cs typeface="Outfit"/>
                <a:sym typeface="Outfit"/>
              </a:defRPr>
            </a:lvl7pPr>
            <a:lvl8pPr lvl="7">
              <a:lnSpc>
                <a:spcPct val="90000"/>
              </a:lnSpc>
              <a:spcBef>
                <a:spcPts val="0"/>
              </a:spcBef>
              <a:spcAft>
                <a:spcPts val="0"/>
              </a:spcAft>
              <a:buSzPts val="1200"/>
              <a:buFont typeface="Outfit"/>
              <a:buNone/>
              <a:defRPr>
                <a:latin typeface="Outfit"/>
                <a:ea typeface="Outfit"/>
                <a:cs typeface="Outfit"/>
                <a:sym typeface="Outfit"/>
              </a:defRPr>
            </a:lvl8pPr>
            <a:lvl9pPr lvl="8">
              <a:lnSpc>
                <a:spcPct val="90000"/>
              </a:lnSpc>
              <a:spcBef>
                <a:spcPts val="0"/>
              </a:spcBef>
              <a:spcAft>
                <a:spcPts val="0"/>
              </a:spcAft>
              <a:buSzPts val="1200"/>
              <a:buFont typeface="Outfit"/>
              <a:buNone/>
              <a:defRPr>
                <a:latin typeface="Outfit"/>
                <a:ea typeface="Outfit"/>
                <a:cs typeface="Outfit"/>
                <a:sym typeface="Outfit"/>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314" name="Shape 314"/>
        <p:cNvGrpSpPr/>
        <p:nvPr/>
      </p:nvGrpSpPr>
      <p:grpSpPr>
        <a:xfrm>
          <a:off x="0" y="0"/>
          <a:ext cx="0" cy="0"/>
          <a:chOff x="0" y="0"/>
          <a:chExt cx="0" cy="0"/>
        </a:xfrm>
      </p:grpSpPr>
      <p:sp>
        <p:nvSpPr>
          <p:cNvPr id="315" name="Google Shape;315;p29"/>
          <p:cNvSpPr txBox="1"/>
          <p:nvPr>
            <p:ph type="ctrTitle"/>
          </p:nvPr>
        </p:nvSpPr>
        <p:spPr>
          <a:xfrm>
            <a:off x="311708" y="744575"/>
            <a:ext cx="8520600" cy="2052600"/>
          </a:xfrm>
          <a:prstGeom prst="rect">
            <a:avLst/>
          </a:prstGeom>
        </p:spPr>
        <p:txBody>
          <a:bodyPr anchorCtr="0" anchor="b" bIns="0" lIns="0" spcFirstLastPara="1" rIns="0" wrap="square" tIns="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316" name="Google Shape;316;p29"/>
          <p:cNvSpPr txBox="1"/>
          <p:nvPr>
            <p:ph idx="1" type="subTitle"/>
          </p:nvPr>
        </p:nvSpPr>
        <p:spPr>
          <a:xfrm>
            <a:off x="311700" y="2834125"/>
            <a:ext cx="8520600" cy="792600"/>
          </a:xfrm>
          <a:prstGeom prst="rect">
            <a:avLst/>
          </a:prstGeom>
        </p:spPr>
        <p:txBody>
          <a:bodyPr anchorCtr="0" anchor="t" bIns="0" lIns="0" spcFirstLastPara="1" rIns="0" wrap="square" tIns="0">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317" name="Shape 317"/>
        <p:cNvGrpSpPr/>
        <p:nvPr/>
      </p:nvGrpSpPr>
      <p:grpSpPr>
        <a:xfrm>
          <a:off x="0" y="0"/>
          <a:ext cx="0" cy="0"/>
          <a:chOff x="0" y="0"/>
          <a:chExt cx="0" cy="0"/>
        </a:xfrm>
      </p:grpSpPr>
      <p:sp>
        <p:nvSpPr>
          <p:cNvPr id="318" name="Google Shape;318;p30"/>
          <p:cNvSpPr txBox="1"/>
          <p:nvPr>
            <p:ph type="title"/>
          </p:nvPr>
        </p:nvSpPr>
        <p:spPr>
          <a:xfrm>
            <a:off x="311700" y="2150850"/>
            <a:ext cx="8520600" cy="841800"/>
          </a:xfrm>
          <a:prstGeom prst="rect">
            <a:avLst/>
          </a:prstGeom>
        </p:spPr>
        <p:txBody>
          <a:bodyPr anchorCtr="0" anchor="ctr" bIns="0" lIns="0" spcFirstLastPara="1" rIns="0" wrap="square" tIns="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319" name="Shape 319"/>
        <p:cNvGrpSpPr/>
        <p:nvPr/>
      </p:nvGrpSpPr>
      <p:grpSpPr>
        <a:xfrm>
          <a:off x="0" y="0"/>
          <a:ext cx="0" cy="0"/>
          <a:chOff x="0" y="0"/>
          <a:chExt cx="0" cy="0"/>
        </a:xfrm>
      </p:grpSpPr>
      <p:sp>
        <p:nvSpPr>
          <p:cNvPr id="320" name="Google Shape;320;p31"/>
          <p:cNvSpPr txBox="1"/>
          <p:nvPr>
            <p:ph type="title"/>
          </p:nvPr>
        </p:nvSpPr>
        <p:spPr>
          <a:xfrm>
            <a:off x="311700" y="445025"/>
            <a:ext cx="8520600" cy="572700"/>
          </a:xfrm>
          <a:prstGeom prst="rect">
            <a:avLst/>
          </a:prstGeom>
        </p:spPr>
        <p:txBody>
          <a:bodyPr anchorCtr="0" anchor="t" bIns="0" lIns="0" spcFirstLastPara="1" rIns="0" wrap="square" tIns="0">
            <a:noAutofit/>
          </a:bodyPr>
          <a:lstStyle>
            <a:lvl1pPr lvl="0">
              <a:spcBef>
                <a:spcPts val="0"/>
              </a:spcBef>
              <a:spcAft>
                <a:spcPts val="0"/>
              </a:spcAft>
              <a:buSzPts val="6000"/>
              <a:buNone/>
              <a:defRPr/>
            </a:lvl1pPr>
            <a:lvl2pPr lvl="1">
              <a:spcBef>
                <a:spcPts val="0"/>
              </a:spcBef>
              <a:spcAft>
                <a:spcPts val="0"/>
              </a:spcAft>
              <a:buSzPts val="6000"/>
              <a:buNone/>
              <a:defRPr/>
            </a:lvl2pPr>
            <a:lvl3pPr lvl="2">
              <a:spcBef>
                <a:spcPts val="0"/>
              </a:spcBef>
              <a:spcAft>
                <a:spcPts val="0"/>
              </a:spcAft>
              <a:buSzPts val="6000"/>
              <a:buNone/>
              <a:defRPr/>
            </a:lvl3pPr>
            <a:lvl4pPr lvl="3">
              <a:spcBef>
                <a:spcPts val="0"/>
              </a:spcBef>
              <a:spcAft>
                <a:spcPts val="0"/>
              </a:spcAft>
              <a:buSzPts val="6000"/>
              <a:buNone/>
              <a:defRPr/>
            </a:lvl4pPr>
            <a:lvl5pPr lvl="4">
              <a:spcBef>
                <a:spcPts val="0"/>
              </a:spcBef>
              <a:spcAft>
                <a:spcPts val="0"/>
              </a:spcAft>
              <a:buSzPts val="6000"/>
              <a:buNone/>
              <a:defRPr/>
            </a:lvl5pPr>
            <a:lvl6pPr lvl="5">
              <a:spcBef>
                <a:spcPts val="0"/>
              </a:spcBef>
              <a:spcAft>
                <a:spcPts val="0"/>
              </a:spcAft>
              <a:buSzPts val="6000"/>
              <a:buNone/>
              <a:defRPr/>
            </a:lvl6pPr>
            <a:lvl7pPr lvl="6">
              <a:spcBef>
                <a:spcPts val="0"/>
              </a:spcBef>
              <a:spcAft>
                <a:spcPts val="0"/>
              </a:spcAft>
              <a:buSzPts val="6000"/>
              <a:buNone/>
              <a:defRPr/>
            </a:lvl7pPr>
            <a:lvl8pPr lvl="7">
              <a:spcBef>
                <a:spcPts val="0"/>
              </a:spcBef>
              <a:spcAft>
                <a:spcPts val="0"/>
              </a:spcAft>
              <a:buSzPts val="6000"/>
              <a:buNone/>
              <a:defRPr/>
            </a:lvl8pPr>
            <a:lvl9pPr lvl="8">
              <a:spcBef>
                <a:spcPts val="0"/>
              </a:spcBef>
              <a:spcAft>
                <a:spcPts val="0"/>
              </a:spcAft>
              <a:buSzPts val="6000"/>
              <a:buNone/>
              <a:defRPr/>
            </a:lvl9pPr>
          </a:lstStyle>
          <a:p/>
        </p:txBody>
      </p:sp>
      <p:sp>
        <p:nvSpPr>
          <p:cNvPr id="321" name="Google Shape;321;p31"/>
          <p:cNvSpPr txBox="1"/>
          <p:nvPr>
            <p:ph idx="1" type="body"/>
          </p:nvPr>
        </p:nvSpPr>
        <p:spPr>
          <a:xfrm>
            <a:off x="311700" y="1152475"/>
            <a:ext cx="8520600" cy="34164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322" name="Shape 322"/>
        <p:cNvGrpSpPr/>
        <p:nvPr/>
      </p:nvGrpSpPr>
      <p:grpSpPr>
        <a:xfrm>
          <a:off x="0" y="0"/>
          <a:ext cx="0" cy="0"/>
          <a:chOff x="0" y="0"/>
          <a:chExt cx="0" cy="0"/>
        </a:xfrm>
      </p:grpSpPr>
      <p:sp>
        <p:nvSpPr>
          <p:cNvPr id="323" name="Google Shape;323;p32"/>
          <p:cNvSpPr txBox="1"/>
          <p:nvPr>
            <p:ph type="title"/>
          </p:nvPr>
        </p:nvSpPr>
        <p:spPr>
          <a:xfrm>
            <a:off x="311700" y="445025"/>
            <a:ext cx="8520600" cy="572700"/>
          </a:xfrm>
          <a:prstGeom prst="rect">
            <a:avLst/>
          </a:prstGeom>
        </p:spPr>
        <p:txBody>
          <a:bodyPr anchorCtr="0" anchor="t" bIns="0" lIns="0" spcFirstLastPara="1" rIns="0" wrap="square" tIns="0">
            <a:noAutofit/>
          </a:bodyPr>
          <a:lstStyle>
            <a:lvl1pPr lvl="0">
              <a:spcBef>
                <a:spcPts val="0"/>
              </a:spcBef>
              <a:spcAft>
                <a:spcPts val="0"/>
              </a:spcAft>
              <a:buSzPts val="6000"/>
              <a:buNone/>
              <a:defRPr/>
            </a:lvl1pPr>
            <a:lvl2pPr lvl="1">
              <a:spcBef>
                <a:spcPts val="0"/>
              </a:spcBef>
              <a:spcAft>
                <a:spcPts val="0"/>
              </a:spcAft>
              <a:buSzPts val="6000"/>
              <a:buNone/>
              <a:defRPr/>
            </a:lvl2pPr>
            <a:lvl3pPr lvl="2">
              <a:spcBef>
                <a:spcPts val="0"/>
              </a:spcBef>
              <a:spcAft>
                <a:spcPts val="0"/>
              </a:spcAft>
              <a:buSzPts val="6000"/>
              <a:buNone/>
              <a:defRPr/>
            </a:lvl3pPr>
            <a:lvl4pPr lvl="3">
              <a:spcBef>
                <a:spcPts val="0"/>
              </a:spcBef>
              <a:spcAft>
                <a:spcPts val="0"/>
              </a:spcAft>
              <a:buSzPts val="6000"/>
              <a:buNone/>
              <a:defRPr/>
            </a:lvl4pPr>
            <a:lvl5pPr lvl="4">
              <a:spcBef>
                <a:spcPts val="0"/>
              </a:spcBef>
              <a:spcAft>
                <a:spcPts val="0"/>
              </a:spcAft>
              <a:buSzPts val="6000"/>
              <a:buNone/>
              <a:defRPr/>
            </a:lvl5pPr>
            <a:lvl6pPr lvl="5">
              <a:spcBef>
                <a:spcPts val="0"/>
              </a:spcBef>
              <a:spcAft>
                <a:spcPts val="0"/>
              </a:spcAft>
              <a:buSzPts val="6000"/>
              <a:buNone/>
              <a:defRPr/>
            </a:lvl6pPr>
            <a:lvl7pPr lvl="6">
              <a:spcBef>
                <a:spcPts val="0"/>
              </a:spcBef>
              <a:spcAft>
                <a:spcPts val="0"/>
              </a:spcAft>
              <a:buSzPts val="6000"/>
              <a:buNone/>
              <a:defRPr/>
            </a:lvl7pPr>
            <a:lvl8pPr lvl="7">
              <a:spcBef>
                <a:spcPts val="0"/>
              </a:spcBef>
              <a:spcAft>
                <a:spcPts val="0"/>
              </a:spcAft>
              <a:buSzPts val="6000"/>
              <a:buNone/>
              <a:defRPr/>
            </a:lvl8pPr>
            <a:lvl9pPr lvl="8">
              <a:spcBef>
                <a:spcPts val="0"/>
              </a:spcBef>
              <a:spcAft>
                <a:spcPts val="0"/>
              </a:spcAft>
              <a:buSzPts val="6000"/>
              <a:buNone/>
              <a:defRPr/>
            </a:lvl9pPr>
          </a:lstStyle>
          <a:p/>
        </p:txBody>
      </p:sp>
      <p:sp>
        <p:nvSpPr>
          <p:cNvPr id="324" name="Google Shape;324;p32"/>
          <p:cNvSpPr txBox="1"/>
          <p:nvPr>
            <p:ph idx="1" type="body"/>
          </p:nvPr>
        </p:nvSpPr>
        <p:spPr>
          <a:xfrm>
            <a:off x="311700" y="1152475"/>
            <a:ext cx="3999900" cy="34164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25" name="Google Shape;325;p32"/>
          <p:cNvSpPr txBox="1"/>
          <p:nvPr>
            <p:ph idx="2" type="body"/>
          </p:nvPr>
        </p:nvSpPr>
        <p:spPr>
          <a:xfrm>
            <a:off x="4832400" y="1152475"/>
            <a:ext cx="3999900" cy="34164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26" name="Shape 326"/>
        <p:cNvGrpSpPr/>
        <p:nvPr/>
      </p:nvGrpSpPr>
      <p:grpSpPr>
        <a:xfrm>
          <a:off x="0" y="0"/>
          <a:ext cx="0" cy="0"/>
          <a:chOff x="0" y="0"/>
          <a:chExt cx="0" cy="0"/>
        </a:xfrm>
      </p:grpSpPr>
      <p:sp>
        <p:nvSpPr>
          <p:cNvPr id="327" name="Google Shape;327;p33"/>
          <p:cNvSpPr txBox="1"/>
          <p:nvPr>
            <p:ph type="title"/>
          </p:nvPr>
        </p:nvSpPr>
        <p:spPr>
          <a:xfrm>
            <a:off x="311700" y="445025"/>
            <a:ext cx="8520600" cy="572700"/>
          </a:xfrm>
          <a:prstGeom prst="rect">
            <a:avLst/>
          </a:prstGeom>
        </p:spPr>
        <p:txBody>
          <a:bodyPr anchorCtr="0" anchor="t" bIns="0" lIns="0" spcFirstLastPara="1" rIns="0" wrap="square" tIns="0">
            <a:noAutofit/>
          </a:bodyPr>
          <a:lstStyle>
            <a:lvl1pPr lvl="0">
              <a:spcBef>
                <a:spcPts val="0"/>
              </a:spcBef>
              <a:spcAft>
                <a:spcPts val="0"/>
              </a:spcAft>
              <a:buSzPts val="6000"/>
              <a:buNone/>
              <a:defRPr/>
            </a:lvl1pPr>
            <a:lvl2pPr lvl="1">
              <a:spcBef>
                <a:spcPts val="0"/>
              </a:spcBef>
              <a:spcAft>
                <a:spcPts val="0"/>
              </a:spcAft>
              <a:buSzPts val="6000"/>
              <a:buNone/>
              <a:defRPr/>
            </a:lvl2pPr>
            <a:lvl3pPr lvl="2">
              <a:spcBef>
                <a:spcPts val="0"/>
              </a:spcBef>
              <a:spcAft>
                <a:spcPts val="0"/>
              </a:spcAft>
              <a:buSzPts val="6000"/>
              <a:buNone/>
              <a:defRPr/>
            </a:lvl3pPr>
            <a:lvl4pPr lvl="3">
              <a:spcBef>
                <a:spcPts val="0"/>
              </a:spcBef>
              <a:spcAft>
                <a:spcPts val="0"/>
              </a:spcAft>
              <a:buSzPts val="6000"/>
              <a:buNone/>
              <a:defRPr/>
            </a:lvl4pPr>
            <a:lvl5pPr lvl="4">
              <a:spcBef>
                <a:spcPts val="0"/>
              </a:spcBef>
              <a:spcAft>
                <a:spcPts val="0"/>
              </a:spcAft>
              <a:buSzPts val="6000"/>
              <a:buNone/>
              <a:defRPr/>
            </a:lvl5pPr>
            <a:lvl6pPr lvl="5">
              <a:spcBef>
                <a:spcPts val="0"/>
              </a:spcBef>
              <a:spcAft>
                <a:spcPts val="0"/>
              </a:spcAft>
              <a:buSzPts val="6000"/>
              <a:buNone/>
              <a:defRPr/>
            </a:lvl6pPr>
            <a:lvl7pPr lvl="6">
              <a:spcBef>
                <a:spcPts val="0"/>
              </a:spcBef>
              <a:spcAft>
                <a:spcPts val="0"/>
              </a:spcAft>
              <a:buSzPts val="6000"/>
              <a:buNone/>
              <a:defRPr/>
            </a:lvl7pPr>
            <a:lvl8pPr lvl="7">
              <a:spcBef>
                <a:spcPts val="0"/>
              </a:spcBef>
              <a:spcAft>
                <a:spcPts val="0"/>
              </a:spcAft>
              <a:buSzPts val="6000"/>
              <a:buNone/>
              <a:defRPr/>
            </a:lvl8pPr>
            <a:lvl9pPr lvl="8">
              <a:spcBef>
                <a:spcPts val="0"/>
              </a:spcBef>
              <a:spcAft>
                <a:spcPts val="0"/>
              </a:spcAft>
              <a:buSzPts val="6000"/>
              <a:buNone/>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328" name="Shape 328"/>
        <p:cNvGrpSpPr/>
        <p:nvPr/>
      </p:nvGrpSpPr>
      <p:grpSpPr>
        <a:xfrm>
          <a:off x="0" y="0"/>
          <a:ext cx="0" cy="0"/>
          <a:chOff x="0" y="0"/>
          <a:chExt cx="0" cy="0"/>
        </a:xfrm>
      </p:grpSpPr>
      <p:sp>
        <p:nvSpPr>
          <p:cNvPr id="329" name="Google Shape;329;p34"/>
          <p:cNvSpPr txBox="1"/>
          <p:nvPr>
            <p:ph type="title"/>
          </p:nvPr>
        </p:nvSpPr>
        <p:spPr>
          <a:xfrm>
            <a:off x="311700" y="555600"/>
            <a:ext cx="2808000" cy="755700"/>
          </a:xfrm>
          <a:prstGeom prst="rect">
            <a:avLst/>
          </a:prstGeom>
        </p:spPr>
        <p:txBody>
          <a:bodyPr anchorCtr="0" anchor="b" bIns="0" lIns="0" spcFirstLastPara="1" rIns="0" wrap="square" tIns="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30" name="Google Shape;330;p34"/>
          <p:cNvSpPr txBox="1"/>
          <p:nvPr>
            <p:ph idx="1" type="body"/>
          </p:nvPr>
        </p:nvSpPr>
        <p:spPr>
          <a:xfrm>
            <a:off x="311700" y="1389600"/>
            <a:ext cx="2808000" cy="31794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331" name="Shape 331"/>
        <p:cNvGrpSpPr/>
        <p:nvPr/>
      </p:nvGrpSpPr>
      <p:grpSpPr>
        <a:xfrm>
          <a:off x="0" y="0"/>
          <a:ext cx="0" cy="0"/>
          <a:chOff x="0" y="0"/>
          <a:chExt cx="0" cy="0"/>
        </a:xfrm>
      </p:grpSpPr>
      <p:sp>
        <p:nvSpPr>
          <p:cNvPr id="332" name="Google Shape;332;p35"/>
          <p:cNvSpPr txBox="1"/>
          <p:nvPr>
            <p:ph type="title"/>
          </p:nvPr>
        </p:nvSpPr>
        <p:spPr>
          <a:xfrm>
            <a:off x="490250" y="450150"/>
            <a:ext cx="6367800" cy="4090800"/>
          </a:xfrm>
          <a:prstGeom prst="rect">
            <a:avLst/>
          </a:prstGeom>
        </p:spPr>
        <p:txBody>
          <a:bodyPr anchorCtr="0" anchor="ctr" bIns="0" lIns="0" spcFirstLastPara="1" rIns="0" wrap="square" tIns="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333" name="Shape 333"/>
        <p:cNvGrpSpPr/>
        <p:nvPr/>
      </p:nvGrpSpPr>
      <p:grpSpPr>
        <a:xfrm>
          <a:off x="0" y="0"/>
          <a:ext cx="0" cy="0"/>
          <a:chOff x="0" y="0"/>
          <a:chExt cx="0" cy="0"/>
        </a:xfrm>
      </p:grpSpPr>
      <p:sp>
        <p:nvSpPr>
          <p:cNvPr id="334" name="Google Shape;334;p36"/>
          <p:cNvSpPr txBox="1"/>
          <p:nvPr>
            <p:ph type="title"/>
          </p:nvPr>
        </p:nvSpPr>
        <p:spPr>
          <a:xfrm>
            <a:off x="265500" y="1233175"/>
            <a:ext cx="4045200" cy="1482300"/>
          </a:xfrm>
          <a:prstGeom prst="rect">
            <a:avLst/>
          </a:prstGeom>
        </p:spPr>
        <p:txBody>
          <a:bodyPr anchorCtr="0" anchor="b" bIns="0" lIns="0" spcFirstLastPara="1" rIns="0" wrap="square" tIns="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35" name="Google Shape;335;p36"/>
          <p:cNvSpPr txBox="1"/>
          <p:nvPr>
            <p:ph idx="1" type="subTitle"/>
          </p:nvPr>
        </p:nvSpPr>
        <p:spPr>
          <a:xfrm>
            <a:off x="265500" y="2803075"/>
            <a:ext cx="4045200" cy="1235100"/>
          </a:xfrm>
          <a:prstGeom prst="rect">
            <a:avLst/>
          </a:prstGeom>
        </p:spPr>
        <p:txBody>
          <a:bodyPr anchorCtr="0" anchor="t" bIns="0" lIns="0" spcFirstLastPara="1" rIns="0" wrap="square" tIns="0">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336" name="Google Shape;336;p36"/>
          <p:cNvSpPr txBox="1"/>
          <p:nvPr>
            <p:ph idx="2" type="body"/>
          </p:nvPr>
        </p:nvSpPr>
        <p:spPr>
          <a:xfrm>
            <a:off x="4939500" y="724075"/>
            <a:ext cx="3837000" cy="3695100"/>
          </a:xfrm>
          <a:prstGeom prst="rect">
            <a:avLst/>
          </a:prstGeom>
        </p:spPr>
        <p:txBody>
          <a:bodyPr anchorCtr="0" anchor="ctr"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337" name="Shape 337"/>
        <p:cNvGrpSpPr/>
        <p:nvPr/>
      </p:nvGrpSpPr>
      <p:grpSpPr>
        <a:xfrm>
          <a:off x="0" y="0"/>
          <a:ext cx="0" cy="0"/>
          <a:chOff x="0" y="0"/>
          <a:chExt cx="0" cy="0"/>
        </a:xfrm>
      </p:grpSpPr>
      <p:sp>
        <p:nvSpPr>
          <p:cNvPr id="338" name="Google Shape;338;p37"/>
          <p:cNvSpPr txBox="1"/>
          <p:nvPr>
            <p:ph idx="1" type="body"/>
          </p:nvPr>
        </p:nvSpPr>
        <p:spPr>
          <a:xfrm>
            <a:off x="311700" y="4230575"/>
            <a:ext cx="5998800" cy="605100"/>
          </a:xfrm>
          <a:prstGeom prst="rect">
            <a:avLst/>
          </a:prstGeom>
        </p:spPr>
        <p:txBody>
          <a:bodyPr anchorCtr="0" anchor="ctr" bIns="0" lIns="0" spcFirstLastPara="1" rIns="0" wrap="square" tIns="0">
            <a:noAutofit/>
          </a:bodyPr>
          <a:lstStyle>
            <a:lvl1pPr indent="-228600" lvl="0" marL="457200">
              <a:spcBef>
                <a:spcPts val="0"/>
              </a:spcBef>
              <a:spcAft>
                <a:spcPts val="0"/>
              </a:spcAft>
              <a:buSzPts val="1200"/>
              <a:buNone/>
              <a:defRPr/>
            </a:lvl1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339" name="Shape 339"/>
        <p:cNvGrpSpPr/>
        <p:nvPr/>
      </p:nvGrpSpPr>
      <p:grpSpPr>
        <a:xfrm>
          <a:off x="0" y="0"/>
          <a:ext cx="0" cy="0"/>
          <a:chOff x="0" y="0"/>
          <a:chExt cx="0" cy="0"/>
        </a:xfrm>
      </p:grpSpPr>
      <p:sp>
        <p:nvSpPr>
          <p:cNvPr id="340" name="Google Shape;340;p38"/>
          <p:cNvSpPr txBox="1"/>
          <p:nvPr>
            <p:ph hasCustomPrompt="1" type="title"/>
          </p:nvPr>
        </p:nvSpPr>
        <p:spPr>
          <a:xfrm>
            <a:off x="311700" y="1106125"/>
            <a:ext cx="8520600" cy="1963500"/>
          </a:xfrm>
          <a:prstGeom prst="rect">
            <a:avLst/>
          </a:prstGeom>
        </p:spPr>
        <p:txBody>
          <a:bodyPr anchorCtr="0" anchor="b" bIns="0" lIns="0" spcFirstLastPara="1" rIns="0" wrap="square" tIns="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341" name="Google Shape;341;p38"/>
          <p:cNvSpPr txBox="1"/>
          <p:nvPr>
            <p:ph idx="1" type="body"/>
          </p:nvPr>
        </p:nvSpPr>
        <p:spPr>
          <a:xfrm>
            <a:off x="311700" y="3152225"/>
            <a:ext cx="8520600" cy="1300800"/>
          </a:xfrm>
          <a:prstGeom prst="rect">
            <a:avLst/>
          </a:prstGeom>
        </p:spPr>
        <p:txBody>
          <a:bodyPr anchorCtr="0" anchor="t" bIns="0" lIns="0" spcFirstLastPara="1" rIns="0" wrap="square" tIns="0">
            <a:noAutofit/>
          </a:bodyPr>
          <a:lstStyle>
            <a:lvl1pPr indent="-304800" lvl="0" marL="457200" algn="ctr">
              <a:spcBef>
                <a:spcPts val="0"/>
              </a:spcBef>
              <a:spcAft>
                <a:spcPts val="0"/>
              </a:spcAft>
              <a:buSzPts val="12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42" name="Shape 342"/>
        <p:cNvGrpSpPr/>
        <p:nvPr/>
      </p:nvGrpSpPr>
      <p:grpSpPr>
        <a:xfrm>
          <a:off x="0" y="0"/>
          <a:ext cx="0" cy="0"/>
          <a:chOff x="0" y="0"/>
          <a:chExt cx="0" cy="0"/>
        </a:xfrm>
      </p:grpSpPr>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343" name="Shape 343"/>
        <p:cNvGrpSpPr/>
        <p:nvPr/>
      </p:nvGrpSpPr>
      <p:grpSpPr>
        <a:xfrm>
          <a:off x="0" y="0"/>
          <a:ext cx="0" cy="0"/>
          <a:chOff x="0" y="0"/>
          <a:chExt cx="0" cy="0"/>
        </a:xfrm>
      </p:grpSpPr>
      <p:sp>
        <p:nvSpPr>
          <p:cNvPr id="344" name="Google Shape;344;p40"/>
          <p:cNvSpPr txBox="1"/>
          <p:nvPr>
            <p:ph type="title"/>
          </p:nvPr>
        </p:nvSpPr>
        <p:spPr>
          <a:xfrm>
            <a:off x="677325" y="1832775"/>
            <a:ext cx="3217200" cy="1484100"/>
          </a:xfrm>
          <a:prstGeom prst="rect">
            <a:avLst/>
          </a:prstGeom>
        </p:spPr>
        <p:txBody>
          <a:bodyPr anchorCtr="0" anchor="ctr" bIns="0" lIns="0" spcFirstLastPara="1" rIns="0" wrap="square" tIns="0">
            <a:noAutofit/>
          </a:bodyPr>
          <a:lstStyle>
            <a:lvl1pPr lvl="0">
              <a:spcBef>
                <a:spcPts val="0"/>
              </a:spcBef>
              <a:spcAft>
                <a:spcPts val="0"/>
              </a:spcAft>
              <a:buSzPts val="4200"/>
              <a:buNone/>
              <a:defRPr sz="4200"/>
            </a:lvl1pPr>
            <a:lvl2pPr lvl="1">
              <a:spcBef>
                <a:spcPts val="0"/>
              </a:spcBef>
              <a:spcAft>
                <a:spcPts val="0"/>
              </a:spcAft>
              <a:buSzPts val="6000"/>
              <a:buNone/>
              <a:defRPr/>
            </a:lvl2pPr>
            <a:lvl3pPr lvl="2">
              <a:spcBef>
                <a:spcPts val="0"/>
              </a:spcBef>
              <a:spcAft>
                <a:spcPts val="0"/>
              </a:spcAft>
              <a:buSzPts val="6000"/>
              <a:buNone/>
              <a:defRPr/>
            </a:lvl3pPr>
            <a:lvl4pPr lvl="3">
              <a:spcBef>
                <a:spcPts val="0"/>
              </a:spcBef>
              <a:spcAft>
                <a:spcPts val="0"/>
              </a:spcAft>
              <a:buSzPts val="6000"/>
              <a:buNone/>
              <a:defRPr/>
            </a:lvl4pPr>
            <a:lvl5pPr lvl="4">
              <a:spcBef>
                <a:spcPts val="0"/>
              </a:spcBef>
              <a:spcAft>
                <a:spcPts val="0"/>
              </a:spcAft>
              <a:buSzPts val="6000"/>
              <a:buNone/>
              <a:defRPr/>
            </a:lvl5pPr>
            <a:lvl6pPr lvl="5">
              <a:spcBef>
                <a:spcPts val="0"/>
              </a:spcBef>
              <a:spcAft>
                <a:spcPts val="0"/>
              </a:spcAft>
              <a:buSzPts val="6000"/>
              <a:buNone/>
              <a:defRPr/>
            </a:lvl6pPr>
            <a:lvl7pPr lvl="6">
              <a:spcBef>
                <a:spcPts val="0"/>
              </a:spcBef>
              <a:spcAft>
                <a:spcPts val="0"/>
              </a:spcAft>
              <a:buSzPts val="6000"/>
              <a:buNone/>
              <a:defRPr/>
            </a:lvl7pPr>
            <a:lvl8pPr lvl="7">
              <a:spcBef>
                <a:spcPts val="0"/>
              </a:spcBef>
              <a:spcAft>
                <a:spcPts val="0"/>
              </a:spcAft>
              <a:buSzPts val="6000"/>
              <a:buNone/>
              <a:defRPr/>
            </a:lvl8pPr>
            <a:lvl9pPr lvl="8">
              <a:spcBef>
                <a:spcPts val="0"/>
              </a:spcBef>
              <a:spcAft>
                <a:spcPts val="0"/>
              </a:spcAft>
              <a:buSzPts val="6000"/>
              <a:buNone/>
              <a:defRPr/>
            </a:lvl9pPr>
          </a:lstStyle>
          <a:p/>
        </p:txBody>
      </p:sp>
      <p:sp>
        <p:nvSpPr>
          <p:cNvPr id="345" name="Google Shape;345;p40"/>
          <p:cNvSpPr txBox="1"/>
          <p:nvPr>
            <p:ph idx="1" type="subTitle"/>
          </p:nvPr>
        </p:nvSpPr>
        <p:spPr>
          <a:xfrm>
            <a:off x="4406650" y="393750"/>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46" name="Google Shape;346;p40"/>
          <p:cNvSpPr txBox="1"/>
          <p:nvPr>
            <p:ph idx="2" type="subTitle"/>
          </p:nvPr>
        </p:nvSpPr>
        <p:spPr>
          <a:xfrm>
            <a:off x="4406650" y="1151705"/>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47" name="Google Shape;347;p40"/>
          <p:cNvSpPr txBox="1"/>
          <p:nvPr>
            <p:ph idx="3" type="subTitle"/>
          </p:nvPr>
        </p:nvSpPr>
        <p:spPr>
          <a:xfrm>
            <a:off x="4406650" y="3425570"/>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48" name="Google Shape;348;p40"/>
          <p:cNvSpPr txBox="1"/>
          <p:nvPr>
            <p:ph idx="4" type="subTitle"/>
          </p:nvPr>
        </p:nvSpPr>
        <p:spPr>
          <a:xfrm>
            <a:off x="4406650" y="1909660"/>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49" name="Google Shape;349;p40"/>
          <p:cNvSpPr txBox="1"/>
          <p:nvPr>
            <p:ph idx="5" type="subTitle"/>
          </p:nvPr>
        </p:nvSpPr>
        <p:spPr>
          <a:xfrm>
            <a:off x="4406650" y="4183525"/>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50" name="Google Shape;350;p40"/>
          <p:cNvSpPr txBox="1"/>
          <p:nvPr>
            <p:ph idx="6" type="subTitle"/>
          </p:nvPr>
        </p:nvSpPr>
        <p:spPr>
          <a:xfrm>
            <a:off x="4406650" y="2667615"/>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351" name="Shape 351"/>
        <p:cNvGrpSpPr/>
        <p:nvPr/>
      </p:nvGrpSpPr>
      <p:grpSpPr>
        <a:xfrm>
          <a:off x="0" y="0"/>
          <a:ext cx="0" cy="0"/>
          <a:chOff x="0" y="0"/>
          <a:chExt cx="0" cy="0"/>
        </a:xfrm>
      </p:grpSpPr>
      <p:sp>
        <p:nvSpPr>
          <p:cNvPr id="352" name="Google Shape;352;p41"/>
          <p:cNvSpPr txBox="1"/>
          <p:nvPr>
            <p:ph type="title"/>
          </p:nvPr>
        </p:nvSpPr>
        <p:spPr>
          <a:xfrm>
            <a:off x="311700" y="445025"/>
            <a:ext cx="8520600" cy="572700"/>
          </a:xfrm>
          <a:prstGeom prst="rect">
            <a:avLst/>
          </a:prstGeom>
        </p:spPr>
        <p:txBody>
          <a:bodyPr anchorCtr="0" anchor="t" bIns="0" lIns="0" spcFirstLastPara="1" rIns="0" wrap="square" tIns="0">
            <a:noAutofit/>
          </a:bodyPr>
          <a:lstStyle>
            <a:lvl1pPr lvl="0">
              <a:spcBef>
                <a:spcPts val="0"/>
              </a:spcBef>
              <a:spcAft>
                <a:spcPts val="0"/>
              </a:spcAft>
              <a:buSzPts val="6000"/>
              <a:buNone/>
              <a:defRPr/>
            </a:lvl1pPr>
            <a:lvl2pPr lvl="1">
              <a:spcBef>
                <a:spcPts val="0"/>
              </a:spcBef>
              <a:spcAft>
                <a:spcPts val="0"/>
              </a:spcAft>
              <a:buSzPts val="6000"/>
              <a:buNone/>
              <a:defRPr/>
            </a:lvl2pPr>
            <a:lvl3pPr lvl="2">
              <a:spcBef>
                <a:spcPts val="0"/>
              </a:spcBef>
              <a:spcAft>
                <a:spcPts val="0"/>
              </a:spcAft>
              <a:buSzPts val="6000"/>
              <a:buNone/>
              <a:defRPr/>
            </a:lvl3pPr>
            <a:lvl4pPr lvl="3">
              <a:spcBef>
                <a:spcPts val="0"/>
              </a:spcBef>
              <a:spcAft>
                <a:spcPts val="0"/>
              </a:spcAft>
              <a:buSzPts val="6000"/>
              <a:buNone/>
              <a:defRPr/>
            </a:lvl4pPr>
            <a:lvl5pPr lvl="4">
              <a:spcBef>
                <a:spcPts val="0"/>
              </a:spcBef>
              <a:spcAft>
                <a:spcPts val="0"/>
              </a:spcAft>
              <a:buSzPts val="6000"/>
              <a:buNone/>
              <a:defRPr/>
            </a:lvl5pPr>
            <a:lvl6pPr lvl="5">
              <a:spcBef>
                <a:spcPts val="0"/>
              </a:spcBef>
              <a:spcAft>
                <a:spcPts val="0"/>
              </a:spcAft>
              <a:buSzPts val="6000"/>
              <a:buNone/>
              <a:defRPr/>
            </a:lvl6pPr>
            <a:lvl7pPr lvl="6">
              <a:spcBef>
                <a:spcPts val="0"/>
              </a:spcBef>
              <a:spcAft>
                <a:spcPts val="0"/>
              </a:spcAft>
              <a:buSzPts val="6000"/>
              <a:buNone/>
              <a:defRPr/>
            </a:lvl7pPr>
            <a:lvl8pPr lvl="7">
              <a:spcBef>
                <a:spcPts val="0"/>
              </a:spcBef>
              <a:spcAft>
                <a:spcPts val="0"/>
              </a:spcAft>
              <a:buSzPts val="6000"/>
              <a:buNone/>
              <a:defRPr/>
            </a:lvl8pPr>
            <a:lvl9pPr lvl="8">
              <a:spcBef>
                <a:spcPts val="0"/>
              </a:spcBef>
              <a:spcAft>
                <a:spcPts val="0"/>
              </a:spcAft>
              <a:buSzPts val="6000"/>
              <a:buNone/>
              <a:defRPr/>
            </a:lvl9pPr>
          </a:lstStyle>
          <a:p/>
        </p:txBody>
      </p:sp>
      <p:sp>
        <p:nvSpPr>
          <p:cNvPr id="353" name="Google Shape;353;p41"/>
          <p:cNvSpPr txBox="1"/>
          <p:nvPr>
            <p:ph idx="1" type="body"/>
          </p:nvPr>
        </p:nvSpPr>
        <p:spPr>
          <a:xfrm>
            <a:off x="311700" y="1152475"/>
            <a:ext cx="4473900" cy="34164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54" name="Google Shape;354;p41"/>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355" name="Shape 355"/>
        <p:cNvGrpSpPr/>
        <p:nvPr/>
      </p:nvGrpSpPr>
      <p:grpSpPr>
        <a:xfrm>
          <a:off x="0" y="0"/>
          <a:ext cx="0" cy="0"/>
          <a:chOff x="0" y="0"/>
          <a:chExt cx="0" cy="0"/>
        </a:xfrm>
      </p:grpSpPr>
      <p:sp>
        <p:nvSpPr>
          <p:cNvPr id="356" name="Google Shape;356;p42"/>
          <p:cNvSpPr txBox="1"/>
          <p:nvPr>
            <p:ph type="title"/>
          </p:nvPr>
        </p:nvSpPr>
        <p:spPr>
          <a:xfrm>
            <a:off x="483175" y="450025"/>
            <a:ext cx="8184600" cy="758100"/>
          </a:xfrm>
          <a:prstGeom prst="rect">
            <a:avLst/>
          </a:prstGeom>
        </p:spPr>
        <p:txBody>
          <a:bodyPr anchorCtr="0" anchor="ctr" bIns="0" lIns="0" spcFirstLastPara="1" rIns="0" wrap="square" tIns="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57" name="Google Shape;357;p42"/>
          <p:cNvSpPr txBox="1"/>
          <p:nvPr>
            <p:ph idx="1" type="body"/>
          </p:nvPr>
        </p:nvSpPr>
        <p:spPr>
          <a:xfrm>
            <a:off x="483150" y="2237788"/>
            <a:ext cx="3619800" cy="23736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58" name="Google Shape;358;p42"/>
          <p:cNvSpPr txBox="1"/>
          <p:nvPr>
            <p:ph idx="2" type="body"/>
          </p:nvPr>
        </p:nvSpPr>
        <p:spPr>
          <a:xfrm>
            <a:off x="5048000" y="2237788"/>
            <a:ext cx="3619800" cy="23736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59" name="Google Shape;359;p42"/>
          <p:cNvSpPr txBox="1"/>
          <p:nvPr>
            <p:ph idx="3" type="subTitle"/>
          </p:nvPr>
        </p:nvSpPr>
        <p:spPr>
          <a:xfrm>
            <a:off x="483150" y="1336161"/>
            <a:ext cx="36198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60" name="Google Shape;360;p42"/>
          <p:cNvSpPr txBox="1"/>
          <p:nvPr>
            <p:ph idx="4" type="subTitle"/>
          </p:nvPr>
        </p:nvSpPr>
        <p:spPr>
          <a:xfrm>
            <a:off x="5048000" y="1336161"/>
            <a:ext cx="36198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361" name="Shape 361"/>
        <p:cNvGrpSpPr/>
        <p:nvPr/>
      </p:nvGrpSpPr>
      <p:grpSpPr>
        <a:xfrm>
          <a:off x="0" y="0"/>
          <a:ext cx="0" cy="0"/>
          <a:chOff x="0" y="0"/>
          <a:chExt cx="0" cy="0"/>
        </a:xfrm>
      </p:grpSpPr>
      <p:sp>
        <p:nvSpPr>
          <p:cNvPr id="362" name="Google Shape;362;p43"/>
          <p:cNvSpPr txBox="1"/>
          <p:nvPr>
            <p:ph idx="1" type="body"/>
          </p:nvPr>
        </p:nvSpPr>
        <p:spPr>
          <a:xfrm>
            <a:off x="483175" y="2417500"/>
            <a:ext cx="2455500" cy="23736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63" name="Google Shape;363;p43"/>
          <p:cNvSpPr txBox="1"/>
          <p:nvPr>
            <p:ph idx="2" type="body"/>
          </p:nvPr>
        </p:nvSpPr>
        <p:spPr>
          <a:xfrm>
            <a:off x="3347725" y="2417500"/>
            <a:ext cx="2455500" cy="23736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64" name="Google Shape;364;p43"/>
          <p:cNvSpPr txBox="1"/>
          <p:nvPr>
            <p:ph type="title"/>
          </p:nvPr>
        </p:nvSpPr>
        <p:spPr>
          <a:xfrm>
            <a:off x="483175" y="450025"/>
            <a:ext cx="8184600" cy="758100"/>
          </a:xfrm>
          <a:prstGeom prst="rect">
            <a:avLst/>
          </a:prstGeom>
        </p:spPr>
        <p:txBody>
          <a:bodyPr anchorCtr="0" anchor="ctr" bIns="0" lIns="0" spcFirstLastPara="1" rIns="0" wrap="square" tIns="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65" name="Google Shape;365;p43"/>
          <p:cNvSpPr txBox="1"/>
          <p:nvPr>
            <p:ph idx="3" type="subTitle"/>
          </p:nvPr>
        </p:nvSpPr>
        <p:spPr>
          <a:xfrm>
            <a:off x="483175" y="1336150"/>
            <a:ext cx="2455500" cy="7785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66" name="Google Shape;366;p43"/>
          <p:cNvSpPr txBox="1"/>
          <p:nvPr>
            <p:ph idx="4" type="subTitle"/>
          </p:nvPr>
        </p:nvSpPr>
        <p:spPr>
          <a:xfrm>
            <a:off x="3347725" y="1336150"/>
            <a:ext cx="2455500" cy="7785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67" name="Google Shape;367;p43"/>
          <p:cNvSpPr txBox="1"/>
          <p:nvPr>
            <p:ph idx="5" type="subTitle"/>
          </p:nvPr>
        </p:nvSpPr>
        <p:spPr>
          <a:xfrm>
            <a:off x="6212275" y="1336150"/>
            <a:ext cx="2455500" cy="7785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68" name="Google Shape;368;p43"/>
          <p:cNvSpPr txBox="1"/>
          <p:nvPr>
            <p:ph idx="6" type="body"/>
          </p:nvPr>
        </p:nvSpPr>
        <p:spPr>
          <a:xfrm>
            <a:off x="6212275" y="2417500"/>
            <a:ext cx="2455500" cy="23736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369" name="Shape 369"/>
        <p:cNvGrpSpPr/>
        <p:nvPr/>
      </p:nvGrpSpPr>
      <p:grpSpPr>
        <a:xfrm>
          <a:off x="0" y="0"/>
          <a:ext cx="0" cy="0"/>
          <a:chOff x="0" y="0"/>
          <a:chExt cx="0" cy="0"/>
        </a:xfrm>
      </p:grpSpPr>
      <p:sp>
        <p:nvSpPr>
          <p:cNvPr id="370" name="Google Shape;370;p44"/>
          <p:cNvSpPr txBox="1"/>
          <p:nvPr>
            <p:ph idx="1" type="body"/>
          </p:nvPr>
        </p:nvSpPr>
        <p:spPr>
          <a:xfrm>
            <a:off x="366725" y="1759093"/>
            <a:ext cx="3838500" cy="11385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71" name="Google Shape;371;p44"/>
          <p:cNvSpPr txBox="1"/>
          <p:nvPr>
            <p:ph idx="2" type="body"/>
          </p:nvPr>
        </p:nvSpPr>
        <p:spPr>
          <a:xfrm>
            <a:off x="4938725" y="1759093"/>
            <a:ext cx="3838500" cy="11385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72" name="Google Shape;372;p44"/>
          <p:cNvSpPr txBox="1"/>
          <p:nvPr>
            <p:ph idx="3" type="body"/>
          </p:nvPr>
        </p:nvSpPr>
        <p:spPr>
          <a:xfrm>
            <a:off x="366750" y="3648575"/>
            <a:ext cx="3838500" cy="11385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73" name="Google Shape;373;p44"/>
          <p:cNvSpPr txBox="1"/>
          <p:nvPr>
            <p:ph idx="4" type="body"/>
          </p:nvPr>
        </p:nvSpPr>
        <p:spPr>
          <a:xfrm>
            <a:off x="4938750" y="3648575"/>
            <a:ext cx="3838500" cy="11385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74" name="Google Shape;374;p44"/>
          <p:cNvSpPr txBox="1"/>
          <p:nvPr>
            <p:ph type="title"/>
          </p:nvPr>
        </p:nvSpPr>
        <p:spPr>
          <a:xfrm>
            <a:off x="366750" y="450025"/>
            <a:ext cx="8184600" cy="758100"/>
          </a:xfrm>
          <a:prstGeom prst="rect">
            <a:avLst/>
          </a:prstGeom>
        </p:spPr>
        <p:txBody>
          <a:bodyPr anchorCtr="0" anchor="ctr" bIns="0" lIns="0" spcFirstLastPara="1" rIns="0" wrap="square" tIns="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75" name="Google Shape;375;p44"/>
          <p:cNvSpPr txBox="1"/>
          <p:nvPr>
            <p:ph idx="5" type="subTitle"/>
          </p:nvPr>
        </p:nvSpPr>
        <p:spPr>
          <a:xfrm>
            <a:off x="366763" y="1277907"/>
            <a:ext cx="3838500" cy="4812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76" name="Google Shape;376;p44"/>
          <p:cNvSpPr txBox="1"/>
          <p:nvPr>
            <p:ph idx="6" type="subTitle"/>
          </p:nvPr>
        </p:nvSpPr>
        <p:spPr>
          <a:xfrm>
            <a:off x="4938738" y="1277907"/>
            <a:ext cx="3838500" cy="4812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77" name="Google Shape;377;p44"/>
          <p:cNvSpPr txBox="1"/>
          <p:nvPr>
            <p:ph idx="7" type="subTitle"/>
          </p:nvPr>
        </p:nvSpPr>
        <p:spPr>
          <a:xfrm>
            <a:off x="4938761" y="3167363"/>
            <a:ext cx="3838500" cy="4812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78" name="Google Shape;378;p44"/>
          <p:cNvSpPr txBox="1"/>
          <p:nvPr>
            <p:ph idx="8" type="subTitle"/>
          </p:nvPr>
        </p:nvSpPr>
        <p:spPr>
          <a:xfrm>
            <a:off x="366750" y="3167363"/>
            <a:ext cx="3838500" cy="4812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379" name="Shape 379"/>
        <p:cNvGrpSpPr/>
        <p:nvPr/>
      </p:nvGrpSpPr>
      <p:grpSpPr>
        <a:xfrm>
          <a:off x="0" y="0"/>
          <a:ext cx="0" cy="0"/>
          <a:chOff x="0" y="0"/>
          <a:chExt cx="0" cy="0"/>
        </a:xfrm>
      </p:grpSpPr>
      <p:sp>
        <p:nvSpPr>
          <p:cNvPr id="380" name="Google Shape;380;p45"/>
          <p:cNvSpPr txBox="1"/>
          <p:nvPr>
            <p:ph type="title"/>
          </p:nvPr>
        </p:nvSpPr>
        <p:spPr>
          <a:xfrm>
            <a:off x="311700" y="445025"/>
            <a:ext cx="8520600" cy="572700"/>
          </a:xfrm>
          <a:prstGeom prst="rect">
            <a:avLst/>
          </a:prstGeom>
        </p:spPr>
        <p:txBody>
          <a:bodyPr anchorCtr="0" anchor="t" bIns="0" lIns="0" spcFirstLastPara="1" rIns="0" wrap="square" tIns="0">
            <a:noAutofit/>
          </a:bodyPr>
          <a:lstStyle>
            <a:lvl1pPr lvl="0">
              <a:spcBef>
                <a:spcPts val="0"/>
              </a:spcBef>
              <a:spcAft>
                <a:spcPts val="0"/>
              </a:spcAft>
              <a:buSzPts val="6000"/>
              <a:buNone/>
              <a:defRPr/>
            </a:lvl1pPr>
            <a:lvl2pPr lvl="1">
              <a:spcBef>
                <a:spcPts val="0"/>
              </a:spcBef>
              <a:spcAft>
                <a:spcPts val="0"/>
              </a:spcAft>
              <a:buSzPts val="6000"/>
              <a:buNone/>
              <a:defRPr/>
            </a:lvl2pPr>
            <a:lvl3pPr lvl="2">
              <a:spcBef>
                <a:spcPts val="0"/>
              </a:spcBef>
              <a:spcAft>
                <a:spcPts val="0"/>
              </a:spcAft>
              <a:buSzPts val="6000"/>
              <a:buNone/>
              <a:defRPr/>
            </a:lvl3pPr>
            <a:lvl4pPr lvl="3">
              <a:spcBef>
                <a:spcPts val="0"/>
              </a:spcBef>
              <a:spcAft>
                <a:spcPts val="0"/>
              </a:spcAft>
              <a:buSzPts val="6000"/>
              <a:buNone/>
              <a:defRPr/>
            </a:lvl4pPr>
            <a:lvl5pPr lvl="4">
              <a:spcBef>
                <a:spcPts val="0"/>
              </a:spcBef>
              <a:spcAft>
                <a:spcPts val="0"/>
              </a:spcAft>
              <a:buSzPts val="6000"/>
              <a:buNone/>
              <a:defRPr/>
            </a:lvl5pPr>
            <a:lvl6pPr lvl="5">
              <a:spcBef>
                <a:spcPts val="0"/>
              </a:spcBef>
              <a:spcAft>
                <a:spcPts val="0"/>
              </a:spcAft>
              <a:buSzPts val="6000"/>
              <a:buNone/>
              <a:defRPr/>
            </a:lvl6pPr>
            <a:lvl7pPr lvl="6">
              <a:spcBef>
                <a:spcPts val="0"/>
              </a:spcBef>
              <a:spcAft>
                <a:spcPts val="0"/>
              </a:spcAft>
              <a:buSzPts val="6000"/>
              <a:buNone/>
              <a:defRPr/>
            </a:lvl7pPr>
            <a:lvl8pPr lvl="7">
              <a:spcBef>
                <a:spcPts val="0"/>
              </a:spcBef>
              <a:spcAft>
                <a:spcPts val="0"/>
              </a:spcAft>
              <a:buSzPts val="6000"/>
              <a:buNone/>
              <a:defRPr/>
            </a:lvl8pPr>
            <a:lvl9pPr lvl="8">
              <a:spcBef>
                <a:spcPts val="0"/>
              </a:spcBef>
              <a:spcAft>
                <a:spcPts val="0"/>
              </a:spcAft>
              <a:buSzPts val="6000"/>
              <a:buNone/>
              <a:defRPr/>
            </a:lvl9pPr>
          </a:lstStyle>
          <a:p/>
        </p:txBody>
      </p:sp>
      <p:sp>
        <p:nvSpPr>
          <p:cNvPr id="381" name="Google Shape;381;p45"/>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382" name="Shape 382"/>
        <p:cNvGrpSpPr/>
        <p:nvPr/>
      </p:nvGrpSpPr>
      <p:grpSpPr>
        <a:xfrm>
          <a:off x="0" y="0"/>
          <a:ext cx="0" cy="0"/>
          <a:chOff x="0" y="0"/>
          <a:chExt cx="0" cy="0"/>
        </a:xfrm>
      </p:grpSpPr>
      <p:sp>
        <p:nvSpPr>
          <p:cNvPr id="383" name="Google Shape;383;p46"/>
          <p:cNvSpPr txBox="1"/>
          <p:nvPr>
            <p:ph idx="1" type="body"/>
          </p:nvPr>
        </p:nvSpPr>
        <p:spPr>
          <a:xfrm>
            <a:off x="311700" y="4080225"/>
            <a:ext cx="4027500" cy="9261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84" name="Google Shape;384;p46"/>
          <p:cNvSpPr/>
          <p:nvPr>
            <p:ph idx="2" type="pic"/>
          </p:nvPr>
        </p:nvSpPr>
        <p:spPr>
          <a:xfrm>
            <a:off x="4804825" y="1133300"/>
            <a:ext cx="4027500" cy="2392800"/>
          </a:xfrm>
          <a:prstGeom prst="rect">
            <a:avLst/>
          </a:prstGeom>
          <a:noFill/>
          <a:ln>
            <a:noFill/>
          </a:ln>
        </p:spPr>
      </p:sp>
      <p:sp>
        <p:nvSpPr>
          <p:cNvPr id="385" name="Google Shape;385;p46"/>
          <p:cNvSpPr/>
          <p:nvPr>
            <p:ph idx="3" type="pic"/>
          </p:nvPr>
        </p:nvSpPr>
        <p:spPr>
          <a:xfrm>
            <a:off x="311725" y="1133300"/>
            <a:ext cx="4027500" cy="2392800"/>
          </a:xfrm>
          <a:prstGeom prst="rect">
            <a:avLst/>
          </a:prstGeom>
          <a:noFill/>
          <a:ln>
            <a:noFill/>
          </a:ln>
        </p:spPr>
      </p:sp>
      <p:sp>
        <p:nvSpPr>
          <p:cNvPr id="386" name="Google Shape;386;p46"/>
          <p:cNvSpPr txBox="1"/>
          <p:nvPr>
            <p:ph idx="4" type="body"/>
          </p:nvPr>
        </p:nvSpPr>
        <p:spPr>
          <a:xfrm>
            <a:off x="4804825" y="4080225"/>
            <a:ext cx="4027500" cy="9261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87" name="Google Shape;387;p46"/>
          <p:cNvSpPr txBox="1"/>
          <p:nvPr>
            <p:ph type="title"/>
          </p:nvPr>
        </p:nvSpPr>
        <p:spPr>
          <a:xfrm>
            <a:off x="311700" y="445025"/>
            <a:ext cx="8520600" cy="572700"/>
          </a:xfrm>
          <a:prstGeom prst="rect">
            <a:avLst/>
          </a:prstGeom>
        </p:spPr>
        <p:txBody>
          <a:bodyPr anchorCtr="0" anchor="t" bIns="0" lIns="0" spcFirstLastPara="1" rIns="0" wrap="square" tIns="0">
            <a:noAutofit/>
          </a:bodyPr>
          <a:lstStyle>
            <a:lvl1pPr lvl="0">
              <a:spcBef>
                <a:spcPts val="0"/>
              </a:spcBef>
              <a:spcAft>
                <a:spcPts val="0"/>
              </a:spcAft>
              <a:buSzPts val="6000"/>
              <a:buNone/>
              <a:defRPr/>
            </a:lvl1pPr>
            <a:lvl2pPr lvl="1">
              <a:spcBef>
                <a:spcPts val="0"/>
              </a:spcBef>
              <a:spcAft>
                <a:spcPts val="0"/>
              </a:spcAft>
              <a:buSzPts val="6000"/>
              <a:buNone/>
              <a:defRPr/>
            </a:lvl2pPr>
            <a:lvl3pPr lvl="2">
              <a:spcBef>
                <a:spcPts val="0"/>
              </a:spcBef>
              <a:spcAft>
                <a:spcPts val="0"/>
              </a:spcAft>
              <a:buSzPts val="6000"/>
              <a:buNone/>
              <a:defRPr/>
            </a:lvl3pPr>
            <a:lvl4pPr lvl="3">
              <a:spcBef>
                <a:spcPts val="0"/>
              </a:spcBef>
              <a:spcAft>
                <a:spcPts val="0"/>
              </a:spcAft>
              <a:buSzPts val="6000"/>
              <a:buNone/>
              <a:defRPr/>
            </a:lvl4pPr>
            <a:lvl5pPr lvl="4">
              <a:spcBef>
                <a:spcPts val="0"/>
              </a:spcBef>
              <a:spcAft>
                <a:spcPts val="0"/>
              </a:spcAft>
              <a:buSzPts val="6000"/>
              <a:buNone/>
              <a:defRPr/>
            </a:lvl5pPr>
            <a:lvl6pPr lvl="5">
              <a:spcBef>
                <a:spcPts val="0"/>
              </a:spcBef>
              <a:spcAft>
                <a:spcPts val="0"/>
              </a:spcAft>
              <a:buSzPts val="6000"/>
              <a:buNone/>
              <a:defRPr/>
            </a:lvl6pPr>
            <a:lvl7pPr lvl="6">
              <a:spcBef>
                <a:spcPts val="0"/>
              </a:spcBef>
              <a:spcAft>
                <a:spcPts val="0"/>
              </a:spcAft>
              <a:buSzPts val="6000"/>
              <a:buNone/>
              <a:defRPr/>
            </a:lvl7pPr>
            <a:lvl8pPr lvl="7">
              <a:spcBef>
                <a:spcPts val="0"/>
              </a:spcBef>
              <a:spcAft>
                <a:spcPts val="0"/>
              </a:spcAft>
              <a:buSzPts val="6000"/>
              <a:buNone/>
              <a:defRPr/>
            </a:lvl8pPr>
            <a:lvl9pPr lvl="8">
              <a:spcBef>
                <a:spcPts val="0"/>
              </a:spcBef>
              <a:spcAft>
                <a:spcPts val="0"/>
              </a:spcAft>
              <a:buSzPts val="6000"/>
              <a:buNone/>
              <a:defRPr/>
            </a:lvl9pPr>
          </a:lstStyle>
          <a:p/>
        </p:txBody>
      </p:sp>
      <p:sp>
        <p:nvSpPr>
          <p:cNvPr id="388" name="Google Shape;388;p46"/>
          <p:cNvSpPr txBox="1"/>
          <p:nvPr>
            <p:ph idx="5" type="subTitle"/>
          </p:nvPr>
        </p:nvSpPr>
        <p:spPr>
          <a:xfrm>
            <a:off x="311725" y="3582900"/>
            <a:ext cx="4027500" cy="481200"/>
          </a:xfrm>
          <a:prstGeom prst="rect">
            <a:avLst/>
          </a:prstGeom>
        </p:spPr>
        <p:txBody>
          <a:bodyPr anchorCtr="0" anchor="t" bIns="0" lIns="0" spcFirstLastPara="1" rIns="0" wrap="square" tIns="0">
            <a:noAutofit/>
          </a:bodyPr>
          <a:lstStyle>
            <a:lvl1pPr lvl="0">
              <a:spcBef>
                <a:spcPts val="0"/>
              </a:spcBef>
              <a:spcAft>
                <a:spcPts val="0"/>
              </a:spcAft>
              <a:buSzPts val="12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89" name="Google Shape;389;p46"/>
          <p:cNvSpPr txBox="1"/>
          <p:nvPr>
            <p:ph idx="6" type="subTitle"/>
          </p:nvPr>
        </p:nvSpPr>
        <p:spPr>
          <a:xfrm>
            <a:off x="4804825" y="3582900"/>
            <a:ext cx="4027500" cy="481200"/>
          </a:xfrm>
          <a:prstGeom prst="rect">
            <a:avLst/>
          </a:prstGeom>
        </p:spPr>
        <p:txBody>
          <a:bodyPr anchorCtr="0" anchor="t" bIns="0" lIns="0" spcFirstLastPara="1" rIns="0" wrap="square" tIns="0">
            <a:noAutofit/>
          </a:bodyPr>
          <a:lstStyle>
            <a:lvl1pPr lvl="0">
              <a:spcBef>
                <a:spcPts val="0"/>
              </a:spcBef>
              <a:spcAft>
                <a:spcPts val="0"/>
              </a:spcAft>
              <a:buSzPts val="12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390" name="Shape 390"/>
        <p:cNvGrpSpPr/>
        <p:nvPr/>
      </p:nvGrpSpPr>
      <p:grpSpPr>
        <a:xfrm>
          <a:off x="0" y="0"/>
          <a:ext cx="0" cy="0"/>
          <a:chOff x="0" y="0"/>
          <a:chExt cx="0" cy="0"/>
        </a:xfrm>
      </p:grpSpPr>
      <p:sp>
        <p:nvSpPr>
          <p:cNvPr id="391" name="Google Shape;391;p47"/>
          <p:cNvSpPr txBox="1"/>
          <p:nvPr>
            <p:ph idx="1" type="body"/>
          </p:nvPr>
        </p:nvSpPr>
        <p:spPr>
          <a:xfrm>
            <a:off x="311700" y="3911700"/>
            <a:ext cx="2627100" cy="10185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92" name="Google Shape;392;p47"/>
          <p:cNvSpPr/>
          <p:nvPr>
            <p:ph idx="2" type="pic"/>
          </p:nvPr>
        </p:nvSpPr>
        <p:spPr>
          <a:xfrm>
            <a:off x="6205225" y="1128325"/>
            <a:ext cx="2627100" cy="2273100"/>
          </a:xfrm>
          <a:prstGeom prst="rect">
            <a:avLst/>
          </a:prstGeom>
          <a:noFill/>
          <a:ln>
            <a:noFill/>
          </a:ln>
        </p:spPr>
      </p:sp>
      <p:sp>
        <p:nvSpPr>
          <p:cNvPr id="393" name="Google Shape;393;p47"/>
          <p:cNvSpPr/>
          <p:nvPr>
            <p:ph idx="3" type="pic"/>
          </p:nvPr>
        </p:nvSpPr>
        <p:spPr>
          <a:xfrm>
            <a:off x="311725" y="1128325"/>
            <a:ext cx="2627100" cy="2273100"/>
          </a:xfrm>
          <a:prstGeom prst="rect">
            <a:avLst/>
          </a:prstGeom>
          <a:noFill/>
          <a:ln>
            <a:noFill/>
          </a:ln>
        </p:spPr>
      </p:sp>
      <p:sp>
        <p:nvSpPr>
          <p:cNvPr id="394" name="Google Shape;394;p47"/>
          <p:cNvSpPr txBox="1"/>
          <p:nvPr>
            <p:ph idx="4" type="body"/>
          </p:nvPr>
        </p:nvSpPr>
        <p:spPr>
          <a:xfrm>
            <a:off x="6205225" y="3911700"/>
            <a:ext cx="2627100" cy="10185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95" name="Google Shape;395;p47"/>
          <p:cNvSpPr/>
          <p:nvPr>
            <p:ph idx="5" type="pic"/>
          </p:nvPr>
        </p:nvSpPr>
        <p:spPr>
          <a:xfrm>
            <a:off x="3255250" y="1128325"/>
            <a:ext cx="2627100" cy="2273100"/>
          </a:xfrm>
          <a:prstGeom prst="rect">
            <a:avLst/>
          </a:prstGeom>
          <a:noFill/>
          <a:ln>
            <a:noFill/>
          </a:ln>
        </p:spPr>
      </p:sp>
      <p:sp>
        <p:nvSpPr>
          <p:cNvPr id="396" name="Google Shape;396;p47"/>
          <p:cNvSpPr txBox="1"/>
          <p:nvPr>
            <p:ph idx="6" type="body"/>
          </p:nvPr>
        </p:nvSpPr>
        <p:spPr>
          <a:xfrm>
            <a:off x="3255250" y="3911700"/>
            <a:ext cx="2627100" cy="10185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97" name="Google Shape;397;p47"/>
          <p:cNvSpPr txBox="1"/>
          <p:nvPr>
            <p:ph type="title"/>
          </p:nvPr>
        </p:nvSpPr>
        <p:spPr>
          <a:xfrm>
            <a:off x="311700" y="445025"/>
            <a:ext cx="8520600" cy="572700"/>
          </a:xfrm>
          <a:prstGeom prst="rect">
            <a:avLst/>
          </a:prstGeom>
        </p:spPr>
        <p:txBody>
          <a:bodyPr anchorCtr="0" anchor="t" bIns="0" lIns="0" spcFirstLastPara="1" rIns="0" wrap="square" tIns="0">
            <a:noAutofit/>
          </a:bodyPr>
          <a:lstStyle>
            <a:lvl1pPr lvl="0">
              <a:spcBef>
                <a:spcPts val="0"/>
              </a:spcBef>
              <a:spcAft>
                <a:spcPts val="0"/>
              </a:spcAft>
              <a:buSzPts val="6000"/>
              <a:buNone/>
              <a:defRPr/>
            </a:lvl1pPr>
            <a:lvl2pPr lvl="1">
              <a:spcBef>
                <a:spcPts val="0"/>
              </a:spcBef>
              <a:spcAft>
                <a:spcPts val="0"/>
              </a:spcAft>
              <a:buSzPts val="6000"/>
              <a:buNone/>
              <a:defRPr/>
            </a:lvl2pPr>
            <a:lvl3pPr lvl="2">
              <a:spcBef>
                <a:spcPts val="0"/>
              </a:spcBef>
              <a:spcAft>
                <a:spcPts val="0"/>
              </a:spcAft>
              <a:buSzPts val="6000"/>
              <a:buNone/>
              <a:defRPr/>
            </a:lvl3pPr>
            <a:lvl4pPr lvl="3">
              <a:spcBef>
                <a:spcPts val="0"/>
              </a:spcBef>
              <a:spcAft>
                <a:spcPts val="0"/>
              </a:spcAft>
              <a:buSzPts val="6000"/>
              <a:buNone/>
              <a:defRPr/>
            </a:lvl4pPr>
            <a:lvl5pPr lvl="4">
              <a:spcBef>
                <a:spcPts val="0"/>
              </a:spcBef>
              <a:spcAft>
                <a:spcPts val="0"/>
              </a:spcAft>
              <a:buSzPts val="6000"/>
              <a:buNone/>
              <a:defRPr/>
            </a:lvl5pPr>
            <a:lvl6pPr lvl="5">
              <a:spcBef>
                <a:spcPts val="0"/>
              </a:spcBef>
              <a:spcAft>
                <a:spcPts val="0"/>
              </a:spcAft>
              <a:buSzPts val="6000"/>
              <a:buNone/>
              <a:defRPr/>
            </a:lvl6pPr>
            <a:lvl7pPr lvl="6">
              <a:spcBef>
                <a:spcPts val="0"/>
              </a:spcBef>
              <a:spcAft>
                <a:spcPts val="0"/>
              </a:spcAft>
              <a:buSzPts val="6000"/>
              <a:buNone/>
              <a:defRPr/>
            </a:lvl7pPr>
            <a:lvl8pPr lvl="7">
              <a:spcBef>
                <a:spcPts val="0"/>
              </a:spcBef>
              <a:spcAft>
                <a:spcPts val="0"/>
              </a:spcAft>
              <a:buSzPts val="6000"/>
              <a:buNone/>
              <a:defRPr/>
            </a:lvl8pPr>
            <a:lvl9pPr lvl="8">
              <a:spcBef>
                <a:spcPts val="0"/>
              </a:spcBef>
              <a:spcAft>
                <a:spcPts val="0"/>
              </a:spcAft>
              <a:buSzPts val="6000"/>
              <a:buNone/>
              <a:defRPr/>
            </a:lvl9pPr>
          </a:lstStyle>
          <a:p/>
        </p:txBody>
      </p:sp>
      <p:sp>
        <p:nvSpPr>
          <p:cNvPr id="398" name="Google Shape;398;p47"/>
          <p:cNvSpPr txBox="1"/>
          <p:nvPr>
            <p:ph idx="7" type="subTitle"/>
          </p:nvPr>
        </p:nvSpPr>
        <p:spPr>
          <a:xfrm>
            <a:off x="311725" y="3430500"/>
            <a:ext cx="2627100" cy="481200"/>
          </a:xfrm>
          <a:prstGeom prst="rect">
            <a:avLst/>
          </a:prstGeom>
        </p:spPr>
        <p:txBody>
          <a:bodyPr anchorCtr="0" anchor="t" bIns="0" lIns="0" spcFirstLastPara="1" rIns="0" wrap="square" tIns="0">
            <a:noAutofit/>
          </a:bodyPr>
          <a:lstStyle>
            <a:lvl1pPr lvl="0">
              <a:spcBef>
                <a:spcPts val="0"/>
              </a:spcBef>
              <a:spcAft>
                <a:spcPts val="0"/>
              </a:spcAft>
              <a:buSzPts val="12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99" name="Google Shape;399;p47"/>
          <p:cNvSpPr txBox="1"/>
          <p:nvPr>
            <p:ph idx="8" type="subTitle"/>
          </p:nvPr>
        </p:nvSpPr>
        <p:spPr>
          <a:xfrm>
            <a:off x="6205225" y="3430500"/>
            <a:ext cx="2627100" cy="481200"/>
          </a:xfrm>
          <a:prstGeom prst="rect">
            <a:avLst/>
          </a:prstGeom>
        </p:spPr>
        <p:txBody>
          <a:bodyPr anchorCtr="0" anchor="t" bIns="0" lIns="0" spcFirstLastPara="1" rIns="0" wrap="square" tIns="0">
            <a:noAutofit/>
          </a:bodyPr>
          <a:lstStyle>
            <a:lvl1pPr lvl="0">
              <a:spcBef>
                <a:spcPts val="0"/>
              </a:spcBef>
              <a:spcAft>
                <a:spcPts val="0"/>
              </a:spcAft>
              <a:buSzPts val="12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00" name="Google Shape;400;p47"/>
          <p:cNvSpPr txBox="1"/>
          <p:nvPr>
            <p:ph idx="9" type="subTitle"/>
          </p:nvPr>
        </p:nvSpPr>
        <p:spPr>
          <a:xfrm>
            <a:off x="3255250" y="3430500"/>
            <a:ext cx="2627100" cy="481200"/>
          </a:xfrm>
          <a:prstGeom prst="rect">
            <a:avLst/>
          </a:prstGeom>
        </p:spPr>
        <p:txBody>
          <a:bodyPr anchorCtr="0" anchor="t" bIns="0" lIns="0" spcFirstLastPara="1" rIns="0" wrap="square" tIns="0">
            <a:noAutofit/>
          </a:bodyPr>
          <a:lstStyle>
            <a:lvl1pPr lvl="0">
              <a:spcBef>
                <a:spcPts val="0"/>
              </a:spcBef>
              <a:spcAft>
                <a:spcPts val="0"/>
              </a:spcAft>
              <a:buSzPts val="12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401" name="Shape 401"/>
        <p:cNvGrpSpPr/>
        <p:nvPr/>
      </p:nvGrpSpPr>
      <p:grpSpPr>
        <a:xfrm>
          <a:off x="0" y="0"/>
          <a:ext cx="0" cy="0"/>
          <a:chOff x="0" y="0"/>
          <a:chExt cx="0" cy="0"/>
        </a:xfrm>
      </p:grpSpPr>
      <p:sp>
        <p:nvSpPr>
          <p:cNvPr id="402" name="Google Shape;402;p48"/>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403" name="Shape 403"/>
        <p:cNvGrpSpPr/>
        <p:nvPr/>
      </p:nvGrpSpPr>
      <p:grpSpPr>
        <a:xfrm>
          <a:off x="0" y="0"/>
          <a:ext cx="0" cy="0"/>
          <a:chOff x="0" y="0"/>
          <a:chExt cx="0" cy="0"/>
        </a:xfrm>
      </p:grpSpPr>
      <p:sp>
        <p:nvSpPr>
          <p:cNvPr id="404" name="Google Shape;404;p49"/>
          <p:cNvSpPr/>
          <p:nvPr>
            <p:ph idx="2" type="pic"/>
          </p:nvPr>
        </p:nvSpPr>
        <p:spPr>
          <a:xfrm>
            <a:off x="3389600" y="118913"/>
            <a:ext cx="1643700" cy="1535100"/>
          </a:xfrm>
          <a:prstGeom prst="rect">
            <a:avLst/>
          </a:prstGeom>
          <a:noFill/>
          <a:ln>
            <a:noFill/>
          </a:ln>
        </p:spPr>
      </p:sp>
      <p:sp>
        <p:nvSpPr>
          <p:cNvPr id="405" name="Google Shape;405;p49"/>
          <p:cNvSpPr/>
          <p:nvPr>
            <p:ph idx="3" type="pic"/>
          </p:nvPr>
        </p:nvSpPr>
        <p:spPr>
          <a:xfrm>
            <a:off x="5195935" y="118913"/>
            <a:ext cx="1643700" cy="1535100"/>
          </a:xfrm>
          <a:prstGeom prst="rect">
            <a:avLst/>
          </a:prstGeom>
          <a:noFill/>
          <a:ln>
            <a:noFill/>
          </a:ln>
        </p:spPr>
      </p:sp>
      <p:sp>
        <p:nvSpPr>
          <p:cNvPr id="406" name="Google Shape;406;p49"/>
          <p:cNvSpPr/>
          <p:nvPr>
            <p:ph idx="4" type="pic"/>
          </p:nvPr>
        </p:nvSpPr>
        <p:spPr>
          <a:xfrm>
            <a:off x="7002270" y="118913"/>
            <a:ext cx="1643700" cy="1535100"/>
          </a:xfrm>
          <a:prstGeom prst="rect">
            <a:avLst/>
          </a:prstGeom>
          <a:noFill/>
          <a:ln>
            <a:noFill/>
          </a:ln>
        </p:spPr>
      </p:sp>
      <p:sp>
        <p:nvSpPr>
          <p:cNvPr id="407" name="Google Shape;407;p49"/>
          <p:cNvSpPr/>
          <p:nvPr>
            <p:ph idx="5" type="pic"/>
          </p:nvPr>
        </p:nvSpPr>
        <p:spPr>
          <a:xfrm>
            <a:off x="3389588" y="1804212"/>
            <a:ext cx="1643700" cy="1535100"/>
          </a:xfrm>
          <a:prstGeom prst="rect">
            <a:avLst/>
          </a:prstGeom>
          <a:noFill/>
          <a:ln>
            <a:noFill/>
          </a:ln>
        </p:spPr>
      </p:sp>
      <p:sp>
        <p:nvSpPr>
          <p:cNvPr id="408" name="Google Shape;408;p49"/>
          <p:cNvSpPr/>
          <p:nvPr>
            <p:ph idx="6" type="pic"/>
          </p:nvPr>
        </p:nvSpPr>
        <p:spPr>
          <a:xfrm>
            <a:off x="5195922" y="1804212"/>
            <a:ext cx="1643700" cy="1535100"/>
          </a:xfrm>
          <a:prstGeom prst="rect">
            <a:avLst/>
          </a:prstGeom>
          <a:noFill/>
          <a:ln>
            <a:noFill/>
          </a:ln>
        </p:spPr>
      </p:sp>
      <p:sp>
        <p:nvSpPr>
          <p:cNvPr id="409" name="Google Shape;409;p49"/>
          <p:cNvSpPr/>
          <p:nvPr>
            <p:ph idx="7" type="pic"/>
          </p:nvPr>
        </p:nvSpPr>
        <p:spPr>
          <a:xfrm>
            <a:off x="7002257" y="1804212"/>
            <a:ext cx="1643700" cy="1535100"/>
          </a:xfrm>
          <a:prstGeom prst="rect">
            <a:avLst/>
          </a:prstGeom>
          <a:noFill/>
          <a:ln>
            <a:noFill/>
          </a:ln>
        </p:spPr>
      </p:sp>
      <p:sp>
        <p:nvSpPr>
          <p:cNvPr id="410" name="Google Shape;410;p49"/>
          <p:cNvSpPr txBox="1"/>
          <p:nvPr>
            <p:ph type="title"/>
          </p:nvPr>
        </p:nvSpPr>
        <p:spPr>
          <a:xfrm>
            <a:off x="351550" y="445025"/>
            <a:ext cx="2596800" cy="1706400"/>
          </a:xfrm>
          <a:prstGeom prst="rect">
            <a:avLst/>
          </a:prstGeom>
        </p:spPr>
        <p:txBody>
          <a:bodyPr anchorCtr="0" anchor="t" bIns="0" lIns="0" spcFirstLastPara="1" rIns="0" wrap="square" tIns="0">
            <a:spAutoFit/>
          </a:bodyPr>
          <a:lstStyle>
            <a:lvl1pPr lvl="0">
              <a:spcBef>
                <a:spcPts val="0"/>
              </a:spcBef>
              <a:spcAft>
                <a:spcPts val="0"/>
              </a:spcAft>
              <a:buSzPts val="6000"/>
              <a:buNone/>
              <a:defRPr/>
            </a:lvl1pPr>
            <a:lvl2pPr lvl="1">
              <a:spcBef>
                <a:spcPts val="0"/>
              </a:spcBef>
              <a:spcAft>
                <a:spcPts val="0"/>
              </a:spcAft>
              <a:buSzPts val="6000"/>
              <a:buNone/>
              <a:defRPr/>
            </a:lvl2pPr>
            <a:lvl3pPr lvl="2">
              <a:spcBef>
                <a:spcPts val="0"/>
              </a:spcBef>
              <a:spcAft>
                <a:spcPts val="0"/>
              </a:spcAft>
              <a:buSzPts val="6000"/>
              <a:buNone/>
              <a:defRPr/>
            </a:lvl3pPr>
            <a:lvl4pPr lvl="3">
              <a:spcBef>
                <a:spcPts val="0"/>
              </a:spcBef>
              <a:spcAft>
                <a:spcPts val="0"/>
              </a:spcAft>
              <a:buSzPts val="6000"/>
              <a:buNone/>
              <a:defRPr/>
            </a:lvl4pPr>
            <a:lvl5pPr lvl="4">
              <a:spcBef>
                <a:spcPts val="0"/>
              </a:spcBef>
              <a:spcAft>
                <a:spcPts val="0"/>
              </a:spcAft>
              <a:buSzPts val="6000"/>
              <a:buNone/>
              <a:defRPr/>
            </a:lvl5pPr>
            <a:lvl6pPr lvl="5">
              <a:spcBef>
                <a:spcPts val="0"/>
              </a:spcBef>
              <a:spcAft>
                <a:spcPts val="0"/>
              </a:spcAft>
              <a:buSzPts val="6000"/>
              <a:buNone/>
              <a:defRPr/>
            </a:lvl6pPr>
            <a:lvl7pPr lvl="6">
              <a:spcBef>
                <a:spcPts val="0"/>
              </a:spcBef>
              <a:spcAft>
                <a:spcPts val="0"/>
              </a:spcAft>
              <a:buSzPts val="6000"/>
              <a:buNone/>
              <a:defRPr/>
            </a:lvl7pPr>
            <a:lvl8pPr lvl="7">
              <a:spcBef>
                <a:spcPts val="0"/>
              </a:spcBef>
              <a:spcAft>
                <a:spcPts val="0"/>
              </a:spcAft>
              <a:buSzPts val="6000"/>
              <a:buNone/>
              <a:defRPr/>
            </a:lvl8pPr>
            <a:lvl9pPr lvl="8">
              <a:spcBef>
                <a:spcPts val="0"/>
              </a:spcBef>
              <a:spcAft>
                <a:spcPts val="0"/>
              </a:spcAft>
              <a:buSzPts val="6000"/>
              <a:buNone/>
              <a:defRPr/>
            </a:lvl9pPr>
          </a:lstStyle>
          <a:p/>
        </p:txBody>
      </p:sp>
      <p:sp>
        <p:nvSpPr>
          <p:cNvPr id="411" name="Google Shape;411;p49"/>
          <p:cNvSpPr/>
          <p:nvPr>
            <p:ph idx="8" type="pic"/>
          </p:nvPr>
        </p:nvSpPr>
        <p:spPr>
          <a:xfrm>
            <a:off x="3389588" y="3489487"/>
            <a:ext cx="1643700" cy="1535100"/>
          </a:xfrm>
          <a:prstGeom prst="rect">
            <a:avLst/>
          </a:prstGeom>
          <a:noFill/>
          <a:ln>
            <a:noFill/>
          </a:ln>
        </p:spPr>
      </p:sp>
      <p:sp>
        <p:nvSpPr>
          <p:cNvPr id="412" name="Google Shape;412;p49"/>
          <p:cNvSpPr/>
          <p:nvPr>
            <p:ph idx="9" type="pic"/>
          </p:nvPr>
        </p:nvSpPr>
        <p:spPr>
          <a:xfrm>
            <a:off x="5195922" y="3489487"/>
            <a:ext cx="1643700" cy="1535100"/>
          </a:xfrm>
          <a:prstGeom prst="rect">
            <a:avLst/>
          </a:prstGeom>
          <a:noFill/>
          <a:ln>
            <a:noFill/>
          </a:ln>
        </p:spPr>
      </p:sp>
      <p:sp>
        <p:nvSpPr>
          <p:cNvPr id="413" name="Google Shape;413;p49"/>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9"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84775" y="282900"/>
            <a:ext cx="5681100" cy="2233800"/>
          </a:xfrm>
          <a:prstGeom prst="rect">
            <a:avLst/>
          </a:prstGeom>
          <a:noFill/>
          <a:ln>
            <a:noFill/>
          </a:ln>
        </p:spPr>
        <p:txBody>
          <a:bodyPr anchorCtr="0" anchor="t" bIns="0" lIns="0" spcFirstLastPara="1" rIns="0" wrap="square" tIns="0">
            <a:noAutofit/>
          </a:bodyPr>
          <a:lstStyle>
            <a:lvl1pPr lvl="0">
              <a:lnSpc>
                <a:spcPct val="80000"/>
              </a:lnSpc>
              <a:spcBef>
                <a:spcPts val="0"/>
              </a:spcBef>
              <a:spcAft>
                <a:spcPts val="0"/>
              </a:spcAft>
              <a:buClr>
                <a:schemeClr val="lt1"/>
              </a:buClr>
              <a:buSzPts val="6000"/>
              <a:buFont typeface="Outfit"/>
              <a:buNone/>
              <a:defRPr sz="6000">
                <a:solidFill>
                  <a:schemeClr val="lt1"/>
                </a:solidFill>
                <a:latin typeface="Outfit"/>
                <a:ea typeface="Outfit"/>
                <a:cs typeface="Outfit"/>
                <a:sym typeface="Outfit"/>
              </a:defRPr>
            </a:lvl1pPr>
            <a:lvl2pPr lvl="1">
              <a:lnSpc>
                <a:spcPct val="80000"/>
              </a:lnSpc>
              <a:spcBef>
                <a:spcPts val="0"/>
              </a:spcBef>
              <a:spcAft>
                <a:spcPts val="0"/>
              </a:spcAft>
              <a:buClr>
                <a:schemeClr val="lt1"/>
              </a:buClr>
              <a:buSzPts val="6000"/>
              <a:buFont typeface="Outfit"/>
              <a:buNone/>
              <a:defRPr sz="6000">
                <a:solidFill>
                  <a:schemeClr val="lt1"/>
                </a:solidFill>
                <a:latin typeface="Outfit"/>
                <a:ea typeface="Outfit"/>
                <a:cs typeface="Outfit"/>
                <a:sym typeface="Outfit"/>
              </a:defRPr>
            </a:lvl2pPr>
            <a:lvl3pPr lvl="2">
              <a:lnSpc>
                <a:spcPct val="80000"/>
              </a:lnSpc>
              <a:spcBef>
                <a:spcPts val="0"/>
              </a:spcBef>
              <a:spcAft>
                <a:spcPts val="0"/>
              </a:spcAft>
              <a:buClr>
                <a:schemeClr val="lt1"/>
              </a:buClr>
              <a:buSzPts val="6000"/>
              <a:buFont typeface="Outfit"/>
              <a:buNone/>
              <a:defRPr sz="6000">
                <a:solidFill>
                  <a:schemeClr val="lt1"/>
                </a:solidFill>
                <a:latin typeface="Outfit"/>
                <a:ea typeface="Outfit"/>
                <a:cs typeface="Outfit"/>
                <a:sym typeface="Outfit"/>
              </a:defRPr>
            </a:lvl3pPr>
            <a:lvl4pPr lvl="3">
              <a:lnSpc>
                <a:spcPct val="80000"/>
              </a:lnSpc>
              <a:spcBef>
                <a:spcPts val="0"/>
              </a:spcBef>
              <a:spcAft>
                <a:spcPts val="0"/>
              </a:spcAft>
              <a:buClr>
                <a:schemeClr val="lt1"/>
              </a:buClr>
              <a:buSzPts val="6000"/>
              <a:buFont typeface="Outfit"/>
              <a:buNone/>
              <a:defRPr sz="6000">
                <a:solidFill>
                  <a:schemeClr val="lt1"/>
                </a:solidFill>
                <a:latin typeface="Outfit"/>
                <a:ea typeface="Outfit"/>
                <a:cs typeface="Outfit"/>
                <a:sym typeface="Outfit"/>
              </a:defRPr>
            </a:lvl4pPr>
            <a:lvl5pPr lvl="4">
              <a:lnSpc>
                <a:spcPct val="80000"/>
              </a:lnSpc>
              <a:spcBef>
                <a:spcPts val="0"/>
              </a:spcBef>
              <a:spcAft>
                <a:spcPts val="0"/>
              </a:spcAft>
              <a:buClr>
                <a:schemeClr val="lt1"/>
              </a:buClr>
              <a:buSzPts val="6000"/>
              <a:buFont typeface="Outfit"/>
              <a:buNone/>
              <a:defRPr sz="6000">
                <a:solidFill>
                  <a:schemeClr val="lt1"/>
                </a:solidFill>
                <a:latin typeface="Outfit"/>
                <a:ea typeface="Outfit"/>
                <a:cs typeface="Outfit"/>
                <a:sym typeface="Outfit"/>
              </a:defRPr>
            </a:lvl5pPr>
            <a:lvl6pPr lvl="5">
              <a:lnSpc>
                <a:spcPct val="80000"/>
              </a:lnSpc>
              <a:spcBef>
                <a:spcPts val="0"/>
              </a:spcBef>
              <a:spcAft>
                <a:spcPts val="0"/>
              </a:spcAft>
              <a:buClr>
                <a:schemeClr val="lt1"/>
              </a:buClr>
              <a:buSzPts val="6000"/>
              <a:buFont typeface="Outfit"/>
              <a:buNone/>
              <a:defRPr sz="6000">
                <a:solidFill>
                  <a:schemeClr val="lt1"/>
                </a:solidFill>
                <a:latin typeface="Outfit"/>
                <a:ea typeface="Outfit"/>
                <a:cs typeface="Outfit"/>
                <a:sym typeface="Outfit"/>
              </a:defRPr>
            </a:lvl6pPr>
            <a:lvl7pPr lvl="6">
              <a:lnSpc>
                <a:spcPct val="80000"/>
              </a:lnSpc>
              <a:spcBef>
                <a:spcPts val="0"/>
              </a:spcBef>
              <a:spcAft>
                <a:spcPts val="0"/>
              </a:spcAft>
              <a:buClr>
                <a:schemeClr val="lt1"/>
              </a:buClr>
              <a:buSzPts val="6000"/>
              <a:buFont typeface="Outfit"/>
              <a:buNone/>
              <a:defRPr sz="6000">
                <a:solidFill>
                  <a:schemeClr val="lt1"/>
                </a:solidFill>
                <a:latin typeface="Outfit"/>
                <a:ea typeface="Outfit"/>
                <a:cs typeface="Outfit"/>
                <a:sym typeface="Outfit"/>
              </a:defRPr>
            </a:lvl7pPr>
            <a:lvl8pPr lvl="7">
              <a:lnSpc>
                <a:spcPct val="80000"/>
              </a:lnSpc>
              <a:spcBef>
                <a:spcPts val="0"/>
              </a:spcBef>
              <a:spcAft>
                <a:spcPts val="0"/>
              </a:spcAft>
              <a:buClr>
                <a:schemeClr val="lt1"/>
              </a:buClr>
              <a:buSzPts val="6000"/>
              <a:buFont typeface="Outfit"/>
              <a:buNone/>
              <a:defRPr sz="6000">
                <a:solidFill>
                  <a:schemeClr val="lt1"/>
                </a:solidFill>
                <a:latin typeface="Outfit"/>
                <a:ea typeface="Outfit"/>
                <a:cs typeface="Outfit"/>
                <a:sym typeface="Outfit"/>
              </a:defRPr>
            </a:lvl8pPr>
            <a:lvl9pPr lvl="8">
              <a:lnSpc>
                <a:spcPct val="80000"/>
              </a:lnSpc>
              <a:spcBef>
                <a:spcPts val="0"/>
              </a:spcBef>
              <a:spcAft>
                <a:spcPts val="0"/>
              </a:spcAft>
              <a:buClr>
                <a:schemeClr val="lt1"/>
              </a:buClr>
              <a:buSzPts val="6000"/>
              <a:buFont typeface="Outfit"/>
              <a:buNone/>
              <a:defRPr sz="6000">
                <a:solidFill>
                  <a:schemeClr val="lt1"/>
                </a:solidFill>
                <a:latin typeface="Outfit"/>
                <a:ea typeface="Outfit"/>
                <a:cs typeface="Outfit"/>
                <a:sym typeface="Outfit"/>
              </a:defRPr>
            </a:lvl9pPr>
          </a:lstStyle>
          <a:p/>
        </p:txBody>
      </p:sp>
      <p:sp>
        <p:nvSpPr>
          <p:cNvPr id="7" name="Google Shape;7;p1"/>
          <p:cNvSpPr txBox="1"/>
          <p:nvPr>
            <p:ph idx="1" type="body"/>
          </p:nvPr>
        </p:nvSpPr>
        <p:spPr>
          <a:xfrm>
            <a:off x="284775" y="2629050"/>
            <a:ext cx="3493500" cy="1989300"/>
          </a:xfrm>
          <a:prstGeom prst="rect">
            <a:avLst/>
          </a:prstGeom>
          <a:noFill/>
          <a:ln>
            <a:noFill/>
          </a:ln>
        </p:spPr>
        <p:txBody>
          <a:bodyPr anchorCtr="0" anchor="t" bIns="0" lIns="0" spcFirstLastPara="1" rIns="0" wrap="square" tIns="0">
            <a:noAutofit/>
          </a:bodyPr>
          <a:lstStyle>
            <a:lvl1pPr indent="-304800" lvl="0" marL="457200">
              <a:spcBef>
                <a:spcPts val="0"/>
              </a:spcBef>
              <a:spcAft>
                <a:spcPts val="0"/>
              </a:spcAft>
              <a:buClr>
                <a:schemeClr val="lt1"/>
              </a:buClr>
              <a:buSzPts val="1200"/>
              <a:buFont typeface="Instrument Sans"/>
              <a:buChar char="●"/>
              <a:defRPr sz="1200">
                <a:solidFill>
                  <a:schemeClr val="lt1"/>
                </a:solidFill>
                <a:latin typeface="Instrument Sans"/>
                <a:ea typeface="Instrument Sans"/>
                <a:cs typeface="Instrument Sans"/>
                <a:sym typeface="Instrument Sans"/>
              </a:defRPr>
            </a:lvl1pPr>
            <a:lvl2pPr indent="-304800" lvl="1" marL="914400">
              <a:spcBef>
                <a:spcPts val="0"/>
              </a:spcBef>
              <a:spcAft>
                <a:spcPts val="0"/>
              </a:spcAft>
              <a:buClr>
                <a:schemeClr val="lt1"/>
              </a:buClr>
              <a:buSzPts val="1200"/>
              <a:buFont typeface="Instrument Sans"/>
              <a:buChar char="○"/>
              <a:defRPr sz="1200">
                <a:solidFill>
                  <a:schemeClr val="lt1"/>
                </a:solidFill>
                <a:latin typeface="Instrument Sans"/>
                <a:ea typeface="Instrument Sans"/>
                <a:cs typeface="Instrument Sans"/>
                <a:sym typeface="Instrument Sans"/>
              </a:defRPr>
            </a:lvl2pPr>
            <a:lvl3pPr indent="-304800" lvl="2" marL="1371600">
              <a:spcBef>
                <a:spcPts val="0"/>
              </a:spcBef>
              <a:spcAft>
                <a:spcPts val="0"/>
              </a:spcAft>
              <a:buClr>
                <a:schemeClr val="lt1"/>
              </a:buClr>
              <a:buSzPts val="1200"/>
              <a:buFont typeface="Instrument Sans"/>
              <a:buChar char="■"/>
              <a:defRPr sz="1200">
                <a:solidFill>
                  <a:schemeClr val="lt1"/>
                </a:solidFill>
                <a:latin typeface="Instrument Sans"/>
                <a:ea typeface="Instrument Sans"/>
                <a:cs typeface="Instrument Sans"/>
                <a:sym typeface="Instrument Sans"/>
              </a:defRPr>
            </a:lvl3pPr>
            <a:lvl4pPr indent="-304800" lvl="3" marL="1828800">
              <a:spcBef>
                <a:spcPts val="0"/>
              </a:spcBef>
              <a:spcAft>
                <a:spcPts val="0"/>
              </a:spcAft>
              <a:buClr>
                <a:schemeClr val="lt1"/>
              </a:buClr>
              <a:buSzPts val="1200"/>
              <a:buFont typeface="Instrument Sans"/>
              <a:buChar char="●"/>
              <a:defRPr sz="1200">
                <a:solidFill>
                  <a:schemeClr val="lt1"/>
                </a:solidFill>
                <a:latin typeface="Instrument Sans"/>
                <a:ea typeface="Instrument Sans"/>
                <a:cs typeface="Instrument Sans"/>
                <a:sym typeface="Instrument Sans"/>
              </a:defRPr>
            </a:lvl4pPr>
            <a:lvl5pPr indent="-304800" lvl="4" marL="2286000">
              <a:spcBef>
                <a:spcPts val="0"/>
              </a:spcBef>
              <a:spcAft>
                <a:spcPts val="0"/>
              </a:spcAft>
              <a:buClr>
                <a:schemeClr val="lt1"/>
              </a:buClr>
              <a:buSzPts val="1200"/>
              <a:buFont typeface="Instrument Sans"/>
              <a:buChar char="○"/>
              <a:defRPr sz="1200">
                <a:solidFill>
                  <a:schemeClr val="lt1"/>
                </a:solidFill>
                <a:latin typeface="Instrument Sans"/>
                <a:ea typeface="Instrument Sans"/>
                <a:cs typeface="Instrument Sans"/>
                <a:sym typeface="Instrument Sans"/>
              </a:defRPr>
            </a:lvl5pPr>
            <a:lvl6pPr indent="-304800" lvl="5" marL="2743200">
              <a:spcBef>
                <a:spcPts val="0"/>
              </a:spcBef>
              <a:spcAft>
                <a:spcPts val="0"/>
              </a:spcAft>
              <a:buClr>
                <a:schemeClr val="lt1"/>
              </a:buClr>
              <a:buSzPts val="1200"/>
              <a:buFont typeface="Instrument Sans"/>
              <a:buChar char="■"/>
              <a:defRPr sz="1200">
                <a:solidFill>
                  <a:schemeClr val="lt1"/>
                </a:solidFill>
                <a:latin typeface="Instrument Sans"/>
                <a:ea typeface="Instrument Sans"/>
                <a:cs typeface="Instrument Sans"/>
                <a:sym typeface="Instrument Sans"/>
              </a:defRPr>
            </a:lvl6pPr>
            <a:lvl7pPr indent="-304800" lvl="6" marL="3200400">
              <a:spcBef>
                <a:spcPts val="0"/>
              </a:spcBef>
              <a:spcAft>
                <a:spcPts val="0"/>
              </a:spcAft>
              <a:buClr>
                <a:schemeClr val="lt1"/>
              </a:buClr>
              <a:buSzPts val="1200"/>
              <a:buFont typeface="Instrument Sans"/>
              <a:buChar char="●"/>
              <a:defRPr sz="1200">
                <a:solidFill>
                  <a:schemeClr val="lt1"/>
                </a:solidFill>
                <a:latin typeface="Instrument Sans"/>
                <a:ea typeface="Instrument Sans"/>
                <a:cs typeface="Instrument Sans"/>
                <a:sym typeface="Instrument Sans"/>
              </a:defRPr>
            </a:lvl7pPr>
            <a:lvl8pPr indent="-304800" lvl="7" marL="3657600">
              <a:spcBef>
                <a:spcPts val="0"/>
              </a:spcBef>
              <a:spcAft>
                <a:spcPts val="0"/>
              </a:spcAft>
              <a:buClr>
                <a:schemeClr val="lt1"/>
              </a:buClr>
              <a:buSzPts val="1200"/>
              <a:buFont typeface="Instrument Sans"/>
              <a:buChar char="○"/>
              <a:defRPr sz="1200">
                <a:solidFill>
                  <a:schemeClr val="lt1"/>
                </a:solidFill>
                <a:latin typeface="Instrument Sans"/>
                <a:ea typeface="Instrument Sans"/>
                <a:cs typeface="Instrument Sans"/>
                <a:sym typeface="Instrument Sans"/>
              </a:defRPr>
            </a:lvl8pPr>
            <a:lvl9pPr indent="-304800" lvl="8" marL="4114800">
              <a:spcBef>
                <a:spcPts val="0"/>
              </a:spcBef>
              <a:spcAft>
                <a:spcPts val="0"/>
              </a:spcAft>
              <a:buClr>
                <a:schemeClr val="lt1"/>
              </a:buClr>
              <a:buSzPts val="1200"/>
              <a:buFont typeface="Instrument Sans"/>
              <a:buChar char="■"/>
              <a:defRPr sz="1200">
                <a:solidFill>
                  <a:schemeClr val="lt1"/>
                </a:solidFill>
                <a:latin typeface="Instrument Sans"/>
                <a:ea typeface="Instrument Sans"/>
                <a:cs typeface="Instrument Sans"/>
                <a:sym typeface="Instrument Sans"/>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581">
          <p15:clr>
            <a:srgbClr val="E46962"/>
          </p15:clr>
        </p15:guide>
        <p15:guide id="2" pos="179">
          <p15:clr>
            <a:srgbClr val="E46962"/>
          </p15:clr>
        </p15:guide>
        <p15:guide id="3" orient="horz" pos="178">
          <p15:clr>
            <a:srgbClr val="E46962"/>
          </p15:clr>
        </p15:guide>
        <p15:guide id="4" orient="horz" pos="3060">
          <p15:clr>
            <a:srgbClr val="E46962"/>
          </p15:clr>
        </p15:guide>
        <p15:guide id="5" pos="2847">
          <p15:clr>
            <a:srgbClr val="E46962"/>
          </p15:clr>
        </p15:guide>
        <p15:guide id="6" pos="2913">
          <p15:clr>
            <a:srgbClr val="E46962"/>
          </p15:clr>
        </p15:guide>
        <p15:guide id="7" pos="568">
          <p15:clr>
            <a:srgbClr val="E46962"/>
          </p15:clr>
        </p15:guide>
        <p15:guide id="8" pos="635">
          <p15:clr>
            <a:srgbClr val="E46962"/>
          </p15:clr>
        </p15:guide>
        <p15:guide id="9" pos="4213">
          <p15:clr>
            <a:srgbClr val="E46962"/>
          </p15:clr>
        </p15:guide>
        <p15:guide id="10" pos="4280">
          <p15:clr>
            <a:srgbClr val="E46962"/>
          </p15:clr>
        </p15:guide>
        <p15:guide id="11" pos="3758">
          <p15:clr>
            <a:srgbClr val="E46962"/>
          </p15:clr>
        </p15:guide>
        <p15:guide id="12" pos="3825">
          <p15:clr>
            <a:srgbClr val="E46962"/>
          </p15:clr>
        </p15:guide>
        <p15:guide id="13" pos="1024">
          <p15:clr>
            <a:srgbClr val="E46962"/>
          </p15:clr>
        </p15:guide>
        <p15:guide id="14" pos="1091">
          <p15:clr>
            <a:srgbClr val="E46962"/>
          </p15:clr>
        </p15:guide>
        <p15:guide id="15" orient="horz" pos="245">
          <p15:clr>
            <a:srgbClr val="E46962"/>
          </p15:clr>
        </p15:guide>
        <p15:guide id="16" orient="horz" pos="2993">
          <p15:clr>
            <a:srgbClr val="E46962"/>
          </p15:clr>
        </p15:guide>
        <p15:guide id="17" orient="horz" pos="882">
          <p15:clr>
            <a:srgbClr val="E46962"/>
          </p15:clr>
        </p15:guide>
        <p15:guide id="18" orient="horz" pos="949">
          <p15:clr>
            <a:srgbClr val="E46962"/>
          </p15:clr>
        </p15:guide>
        <p15:guide id="19" orient="horz" pos="2289">
          <p15:clr>
            <a:srgbClr val="E46962"/>
          </p15:clr>
        </p15:guide>
        <p15:guide id="20" orient="horz" pos="2356">
          <p15:clr>
            <a:srgbClr val="E46962"/>
          </p15:clr>
        </p15:guide>
        <p15:guide id="21" pos="1479">
          <p15:clr>
            <a:srgbClr val="E46962"/>
          </p15:clr>
        </p15:guide>
        <p15:guide id="22" pos="1546">
          <p15:clr>
            <a:srgbClr val="E46962"/>
          </p15:clr>
        </p15:guide>
        <p15:guide id="23" pos="1935">
          <p15:clr>
            <a:srgbClr val="E46962"/>
          </p15:clr>
        </p15:guide>
        <p15:guide id="24" pos="2002">
          <p15:clr>
            <a:srgbClr val="E46962"/>
          </p15:clr>
        </p15:guide>
        <p15:guide id="25" pos="2391">
          <p15:clr>
            <a:srgbClr val="E46962"/>
          </p15:clr>
        </p15:guide>
        <p15:guide id="26" pos="2458">
          <p15:clr>
            <a:srgbClr val="E46962"/>
          </p15:clr>
        </p15:guide>
        <p15:guide id="27" pos="3302">
          <p15:clr>
            <a:srgbClr val="E46962"/>
          </p15:clr>
        </p15:guide>
        <p15:guide id="28" pos="3369">
          <p15:clr>
            <a:srgbClr val="E46962"/>
          </p15:clr>
        </p15:guide>
        <p15:guide id="29" pos="4669">
          <p15:clr>
            <a:srgbClr val="E46962"/>
          </p15:clr>
        </p15:guide>
        <p15:guide id="30" pos="4736">
          <p15:clr>
            <a:srgbClr val="E46962"/>
          </p15:clr>
        </p15:guide>
        <p15:guide id="31" pos="5125">
          <p15:clr>
            <a:srgbClr val="E46962"/>
          </p15:clr>
        </p15:guide>
        <p15:guide id="32" pos="5192">
          <p15:clr>
            <a:srgbClr val="E46962"/>
          </p15:clr>
        </p15:guide>
        <p15:guide id="33" orient="horz" pos="1585">
          <p15:clr>
            <a:srgbClr val="E46962"/>
          </p15:clr>
        </p15:guide>
        <p15:guide id="34" orient="horz" pos="1653">
          <p15:clr>
            <a:srgbClr val="E46962"/>
          </p15:clr>
        </p15:guide>
        <p15:guide id="35" orient="horz" pos="2909">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50"/>
          <p:cNvSpPr txBox="1"/>
          <p:nvPr>
            <p:ph idx="1" type="subTitle"/>
          </p:nvPr>
        </p:nvSpPr>
        <p:spPr>
          <a:xfrm>
            <a:off x="1008000" y="4285050"/>
            <a:ext cx="1573800" cy="3333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Data Bootcamp Final Project</a:t>
            </a:r>
            <a:endParaRPr/>
          </a:p>
          <a:p>
            <a:pPr indent="0" lvl="0" marL="0" rtl="0" algn="l">
              <a:spcBef>
                <a:spcPts val="0"/>
              </a:spcBef>
              <a:spcAft>
                <a:spcPts val="0"/>
              </a:spcAft>
              <a:buNone/>
            </a:pPr>
            <a:r>
              <a:rPr lang="en"/>
              <a:t>Dennis, Ivan, Eilon</a:t>
            </a:r>
            <a:endParaRPr/>
          </a:p>
        </p:txBody>
      </p:sp>
      <p:sp>
        <p:nvSpPr>
          <p:cNvPr id="419" name="Google Shape;419;p50"/>
          <p:cNvSpPr txBox="1"/>
          <p:nvPr>
            <p:ph type="title"/>
          </p:nvPr>
        </p:nvSpPr>
        <p:spPr>
          <a:xfrm>
            <a:off x="1008000" y="587700"/>
            <a:ext cx="4957200" cy="1223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Machine Learning Trading </a:t>
            </a:r>
            <a:r>
              <a:rPr lang="en"/>
              <a:t>Strategy</a:t>
            </a:r>
            <a:endParaRPr/>
          </a:p>
        </p:txBody>
      </p:sp>
      <p:sp>
        <p:nvSpPr>
          <p:cNvPr id="420" name="Google Shape;420;p50"/>
          <p:cNvSpPr/>
          <p:nvPr/>
        </p:nvSpPr>
        <p:spPr>
          <a:xfrm>
            <a:off x="6475559" y="4286678"/>
            <a:ext cx="256800" cy="2568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Outfit"/>
                <a:ea typeface="Outfit"/>
                <a:cs typeface="Outfit"/>
                <a:sym typeface="Outfit"/>
              </a:rPr>
              <a:t> </a:t>
            </a:r>
            <a:endParaRPr>
              <a:solidFill>
                <a:schemeClr val="dk1"/>
              </a:solidFill>
              <a:latin typeface="Outfit"/>
              <a:ea typeface="Outfit"/>
              <a:cs typeface="Outfit"/>
              <a:sym typeface="Outfit"/>
            </a:endParaRPr>
          </a:p>
        </p:txBody>
      </p:sp>
      <p:pic>
        <p:nvPicPr>
          <p:cNvPr descr="An abstract texture of raised wave shapes on a white surface. " id="421" name="Google Shape;421;p50"/>
          <p:cNvPicPr preferRelativeResize="0"/>
          <p:nvPr/>
        </p:nvPicPr>
        <p:blipFill rotWithShape="1">
          <a:blip r:embed="rId3">
            <a:alphaModFix amt="50000"/>
          </a:blip>
          <a:srcRect b="0" l="23649" r="43594" t="21820"/>
          <a:stretch/>
        </p:blipFill>
        <p:spPr>
          <a:xfrm>
            <a:off x="7064775" y="573900"/>
            <a:ext cx="1794600" cy="4283100"/>
          </a:xfrm>
          <a:prstGeom prst="round2DiagRect">
            <a:avLst>
              <a:gd fmla="val 16667" name="adj1"/>
              <a:gd fmla="val 0" name="adj2"/>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51"/>
          <p:cNvSpPr/>
          <p:nvPr/>
        </p:nvSpPr>
        <p:spPr>
          <a:xfrm flipH="1">
            <a:off x="1731475" y="1353000"/>
            <a:ext cx="2304900" cy="3282000"/>
          </a:xfrm>
          <a:prstGeom prst="round2DiagRect">
            <a:avLst>
              <a:gd fmla="val 16667" name="adj1"/>
              <a:gd fmla="val 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Outfit"/>
              <a:ea typeface="Outfit"/>
              <a:cs typeface="Outfit"/>
              <a:sym typeface="Outfit"/>
            </a:endParaRPr>
          </a:p>
        </p:txBody>
      </p:sp>
      <p:sp>
        <p:nvSpPr>
          <p:cNvPr id="427" name="Google Shape;427;p51"/>
          <p:cNvSpPr/>
          <p:nvPr/>
        </p:nvSpPr>
        <p:spPr>
          <a:xfrm flipH="1">
            <a:off x="4143075" y="1353000"/>
            <a:ext cx="2304900" cy="3282000"/>
          </a:xfrm>
          <a:prstGeom prst="round2DiagRect">
            <a:avLst>
              <a:gd fmla="val 16667" name="adj1"/>
              <a:gd fmla="val 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Outfit"/>
              <a:ea typeface="Outfit"/>
              <a:cs typeface="Outfit"/>
              <a:sym typeface="Outfit"/>
            </a:endParaRPr>
          </a:p>
        </p:txBody>
      </p:sp>
      <p:sp>
        <p:nvSpPr>
          <p:cNvPr id="428" name="Google Shape;428;p51"/>
          <p:cNvSpPr/>
          <p:nvPr/>
        </p:nvSpPr>
        <p:spPr>
          <a:xfrm flipH="1">
            <a:off x="6554675" y="1353000"/>
            <a:ext cx="2304900" cy="3282000"/>
          </a:xfrm>
          <a:prstGeom prst="round2DiagRect">
            <a:avLst>
              <a:gd fmla="val 16667" name="adj1"/>
              <a:gd fmla="val 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Outfit"/>
              <a:ea typeface="Outfit"/>
              <a:cs typeface="Outfit"/>
              <a:sym typeface="Outfit"/>
            </a:endParaRPr>
          </a:p>
        </p:txBody>
      </p:sp>
      <p:sp>
        <p:nvSpPr>
          <p:cNvPr id="429" name="Google Shape;429;p51"/>
          <p:cNvSpPr/>
          <p:nvPr/>
        </p:nvSpPr>
        <p:spPr>
          <a:xfrm flipH="1">
            <a:off x="1731475" y="1697752"/>
            <a:ext cx="2304900" cy="2937300"/>
          </a:xfrm>
          <a:prstGeom prst="round2DiagRect">
            <a:avLst>
              <a:gd fmla="val 16667"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Outfit"/>
              <a:ea typeface="Outfit"/>
              <a:cs typeface="Outfit"/>
              <a:sym typeface="Outfit"/>
            </a:endParaRPr>
          </a:p>
        </p:txBody>
      </p:sp>
      <p:sp>
        <p:nvSpPr>
          <p:cNvPr id="430" name="Google Shape;430;p51"/>
          <p:cNvSpPr/>
          <p:nvPr/>
        </p:nvSpPr>
        <p:spPr>
          <a:xfrm flipH="1">
            <a:off x="6554675" y="1697752"/>
            <a:ext cx="2304900" cy="2937300"/>
          </a:xfrm>
          <a:prstGeom prst="round2DiagRect">
            <a:avLst>
              <a:gd fmla="val 16667"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Outfit"/>
              <a:ea typeface="Outfit"/>
              <a:cs typeface="Outfit"/>
              <a:sym typeface="Outfit"/>
            </a:endParaRPr>
          </a:p>
        </p:txBody>
      </p:sp>
      <p:sp>
        <p:nvSpPr>
          <p:cNvPr id="431" name="Google Shape;431;p51"/>
          <p:cNvSpPr/>
          <p:nvPr/>
        </p:nvSpPr>
        <p:spPr>
          <a:xfrm flipH="1">
            <a:off x="4143075" y="1697752"/>
            <a:ext cx="2304900" cy="2937300"/>
          </a:xfrm>
          <a:prstGeom prst="round2DiagRect">
            <a:avLst>
              <a:gd fmla="val 16667"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Outfit"/>
              <a:ea typeface="Outfit"/>
              <a:cs typeface="Outfit"/>
              <a:sym typeface="Outfit"/>
            </a:endParaRPr>
          </a:p>
        </p:txBody>
      </p:sp>
      <p:sp>
        <p:nvSpPr>
          <p:cNvPr id="432" name="Google Shape;432;p51"/>
          <p:cNvSpPr txBox="1"/>
          <p:nvPr>
            <p:ph idx="1" type="body"/>
          </p:nvPr>
        </p:nvSpPr>
        <p:spPr>
          <a:xfrm>
            <a:off x="1731400" y="2542773"/>
            <a:ext cx="2304900" cy="2092200"/>
          </a:xfrm>
          <a:prstGeom prst="rect">
            <a:avLst/>
          </a:prstGeom>
        </p:spPr>
        <p:txBody>
          <a:bodyPr anchorCtr="0" anchor="b" bIns="274300" lIns="182875" spcFirstLastPara="1" rIns="182875" wrap="square" tIns="0">
            <a:noAutofit/>
          </a:bodyPr>
          <a:lstStyle/>
          <a:p>
            <a:pPr indent="0" lvl="0" marL="0" rtl="0" algn="l">
              <a:spcBef>
                <a:spcPts val="0"/>
              </a:spcBef>
              <a:spcAft>
                <a:spcPts val="0"/>
              </a:spcAft>
              <a:buNone/>
            </a:pPr>
            <a:r>
              <a:rPr lang="en"/>
              <a:t>The goal is to predict whether a stock’s next day return is up or down. We frame this as a classification problem instead of forecasting prices directly, since short-term prices are noisy and direction is more useful for trading decisions.</a:t>
            </a:r>
            <a:endParaRPr/>
          </a:p>
        </p:txBody>
      </p:sp>
      <p:sp>
        <p:nvSpPr>
          <p:cNvPr id="433" name="Google Shape;433;p51"/>
          <p:cNvSpPr txBox="1"/>
          <p:nvPr>
            <p:ph idx="4" type="subTitle"/>
          </p:nvPr>
        </p:nvSpPr>
        <p:spPr>
          <a:xfrm>
            <a:off x="1731400" y="1463500"/>
            <a:ext cx="1340700" cy="153900"/>
          </a:xfrm>
          <a:prstGeom prst="rect">
            <a:avLst/>
          </a:prstGeom>
        </p:spPr>
        <p:txBody>
          <a:bodyPr anchorCtr="0" anchor="t" bIns="0" lIns="182875" spcFirstLastPara="1" rIns="91425" wrap="square" tIns="0">
            <a:noAutofit/>
          </a:bodyPr>
          <a:lstStyle/>
          <a:p>
            <a:pPr indent="0" lvl="0" marL="0" rtl="0" algn="l">
              <a:spcBef>
                <a:spcPts val="0"/>
              </a:spcBef>
              <a:spcAft>
                <a:spcPts val="0"/>
              </a:spcAft>
              <a:buNone/>
            </a:pPr>
            <a:r>
              <a:rPr lang="en"/>
              <a:t>01</a:t>
            </a:r>
            <a:endParaRPr/>
          </a:p>
        </p:txBody>
      </p:sp>
      <p:sp>
        <p:nvSpPr>
          <p:cNvPr id="434" name="Google Shape;434;p51"/>
          <p:cNvSpPr txBox="1"/>
          <p:nvPr>
            <p:ph idx="5" type="subTitle"/>
          </p:nvPr>
        </p:nvSpPr>
        <p:spPr>
          <a:xfrm>
            <a:off x="4143075" y="1463500"/>
            <a:ext cx="1340700" cy="153900"/>
          </a:xfrm>
          <a:prstGeom prst="rect">
            <a:avLst/>
          </a:prstGeom>
        </p:spPr>
        <p:txBody>
          <a:bodyPr anchorCtr="0" anchor="t" bIns="0" lIns="182875" spcFirstLastPara="1" rIns="91425" wrap="square" tIns="0">
            <a:noAutofit/>
          </a:bodyPr>
          <a:lstStyle/>
          <a:p>
            <a:pPr indent="0" lvl="0" marL="0" rtl="0" algn="l">
              <a:spcBef>
                <a:spcPts val="0"/>
              </a:spcBef>
              <a:spcAft>
                <a:spcPts val="0"/>
              </a:spcAft>
              <a:buNone/>
            </a:pPr>
            <a:r>
              <a:rPr lang="en"/>
              <a:t>02</a:t>
            </a:r>
            <a:endParaRPr/>
          </a:p>
        </p:txBody>
      </p:sp>
      <p:sp>
        <p:nvSpPr>
          <p:cNvPr id="435" name="Google Shape;435;p51"/>
          <p:cNvSpPr txBox="1"/>
          <p:nvPr>
            <p:ph idx="6" type="subTitle"/>
          </p:nvPr>
        </p:nvSpPr>
        <p:spPr>
          <a:xfrm>
            <a:off x="6554750" y="1463500"/>
            <a:ext cx="1340700" cy="153900"/>
          </a:xfrm>
          <a:prstGeom prst="rect">
            <a:avLst/>
          </a:prstGeom>
        </p:spPr>
        <p:txBody>
          <a:bodyPr anchorCtr="0" anchor="t" bIns="0" lIns="182875" spcFirstLastPara="1" rIns="91425" wrap="square" tIns="0">
            <a:noAutofit/>
          </a:bodyPr>
          <a:lstStyle/>
          <a:p>
            <a:pPr indent="0" lvl="0" marL="0" rtl="0" algn="l">
              <a:spcBef>
                <a:spcPts val="0"/>
              </a:spcBef>
              <a:spcAft>
                <a:spcPts val="0"/>
              </a:spcAft>
              <a:buNone/>
            </a:pPr>
            <a:r>
              <a:rPr lang="en"/>
              <a:t>03</a:t>
            </a:r>
            <a:endParaRPr/>
          </a:p>
        </p:txBody>
      </p:sp>
      <p:sp>
        <p:nvSpPr>
          <p:cNvPr id="436" name="Google Shape;436;p51"/>
          <p:cNvSpPr txBox="1"/>
          <p:nvPr>
            <p:ph type="title"/>
          </p:nvPr>
        </p:nvSpPr>
        <p:spPr>
          <a:xfrm>
            <a:off x="1731400" y="1881175"/>
            <a:ext cx="2304900" cy="498600"/>
          </a:xfrm>
          <a:prstGeom prst="rect">
            <a:avLst/>
          </a:prstGeom>
        </p:spPr>
        <p:txBody>
          <a:bodyPr anchorCtr="0" anchor="t" bIns="0" lIns="182875" spcFirstLastPara="1" rIns="182875" wrap="square" tIns="0">
            <a:spAutoFit/>
          </a:bodyPr>
          <a:lstStyle/>
          <a:p>
            <a:pPr indent="0" lvl="0" marL="0" rtl="0" algn="l">
              <a:spcBef>
                <a:spcPts val="0"/>
              </a:spcBef>
              <a:spcAft>
                <a:spcPts val="0"/>
              </a:spcAft>
              <a:buNone/>
            </a:pPr>
            <a:r>
              <a:rPr lang="en"/>
              <a:t>Directional Prediction Task</a:t>
            </a:r>
            <a:endParaRPr/>
          </a:p>
        </p:txBody>
      </p:sp>
      <p:sp>
        <p:nvSpPr>
          <p:cNvPr id="437" name="Google Shape;437;p51"/>
          <p:cNvSpPr txBox="1"/>
          <p:nvPr>
            <p:ph idx="7" type="title"/>
          </p:nvPr>
        </p:nvSpPr>
        <p:spPr>
          <a:xfrm>
            <a:off x="4143075" y="1881175"/>
            <a:ext cx="2304900" cy="498600"/>
          </a:xfrm>
          <a:prstGeom prst="rect">
            <a:avLst/>
          </a:prstGeom>
        </p:spPr>
        <p:txBody>
          <a:bodyPr anchorCtr="0" anchor="t" bIns="0" lIns="182875" spcFirstLastPara="1" rIns="182875" wrap="square" tIns="0">
            <a:spAutoFit/>
          </a:bodyPr>
          <a:lstStyle/>
          <a:p>
            <a:pPr indent="0" lvl="0" marL="0" rtl="0" algn="l">
              <a:spcBef>
                <a:spcPts val="0"/>
              </a:spcBef>
              <a:spcAft>
                <a:spcPts val="0"/>
              </a:spcAft>
              <a:buNone/>
            </a:pPr>
            <a:r>
              <a:rPr lang="en"/>
              <a:t>Comparing Models Fairly</a:t>
            </a:r>
            <a:endParaRPr/>
          </a:p>
        </p:txBody>
      </p:sp>
      <p:sp>
        <p:nvSpPr>
          <p:cNvPr id="438" name="Google Shape;438;p51"/>
          <p:cNvSpPr txBox="1"/>
          <p:nvPr>
            <p:ph idx="8" type="title"/>
          </p:nvPr>
        </p:nvSpPr>
        <p:spPr>
          <a:xfrm>
            <a:off x="6554750" y="1881175"/>
            <a:ext cx="2304900" cy="498600"/>
          </a:xfrm>
          <a:prstGeom prst="rect">
            <a:avLst/>
          </a:prstGeom>
        </p:spPr>
        <p:txBody>
          <a:bodyPr anchorCtr="0" anchor="t" bIns="0" lIns="182875" spcFirstLastPara="1" rIns="182875" wrap="square" tIns="0">
            <a:spAutoFit/>
          </a:bodyPr>
          <a:lstStyle/>
          <a:p>
            <a:pPr indent="0" lvl="0" marL="0" rtl="0" algn="l">
              <a:spcBef>
                <a:spcPts val="0"/>
              </a:spcBef>
              <a:spcAft>
                <a:spcPts val="0"/>
              </a:spcAft>
              <a:buNone/>
            </a:pPr>
            <a:r>
              <a:rPr lang="en"/>
              <a:t>From Predictions to Trades</a:t>
            </a:r>
            <a:endParaRPr/>
          </a:p>
        </p:txBody>
      </p:sp>
      <p:sp>
        <p:nvSpPr>
          <p:cNvPr id="439" name="Google Shape;439;p51"/>
          <p:cNvSpPr txBox="1"/>
          <p:nvPr>
            <p:ph idx="2" type="body"/>
          </p:nvPr>
        </p:nvSpPr>
        <p:spPr>
          <a:xfrm>
            <a:off x="4143075" y="2542773"/>
            <a:ext cx="2304900" cy="2092200"/>
          </a:xfrm>
          <a:prstGeom prst="rect">
            <a:avLst/>
          </a:prstGeom>
        </p:spPr>
        <p:txBody>
          <a:bodyPr anchorCtr="0" anchor="b" bIns="274300" lIns="182875" spcFirstLastPara="1" rIns="182875" wrap="square" tIns="0">
            <a:noAutofit/>
          </a:bodyPr>
          <a:lstStyle/>
          <a:p>
            <a:pPr indent="0" lvl="0" marL="0" rtl="0" algn="l">
              <a:lnSpc>
                <a:spcPct val="115000"/>
              </a:lnSpc>
              <a:spcBef>
                <a:spcPts val="1200"/>
              </a:spcBef>
              <a:spcAft>
                <a:spcPts val="1200"/>
              </a:spcAft>
              <a:buNone/>
            </a:pPr>
            <a:r>
              <a:rPr lang="en"/>
              <a:t>We test several machine learning models using the same data, features, and time split. This way, differences in performance come from the models themselves rather than changes in the setup.</a:t>
            </a:r>
            <a:endParaRPr/>
          </a:p>
        </p:txBody>
      </p:sp>
      <p:sp>
        <p:nvSpPr>
          <p:cNvPr id="440" name="Google Shape;440;p51"/>
          <p:cNvSpPr txBox="1"/>
          <p:nvPr>
            <p:ph idx="3" type="body"/>
          </p:nvPr>
        </p:nvSpPr>
        <p:spPr>
          <a:xfrm>
            <a:off x="6554750" y="2542773"/>
            <a:ext cx="2304900" cy="2092200"/>
          </a:xfrm>
          <a:prstGeom prst="rect">
            <a:avLst/>
          </a:prstGeom>
        </p:spPr>
        <p:txBody>
          <a:bodyPr anchorCtr="0" anchor="b" bIns="274300" lIns="182875" spcFirstLastPara="1" rIns="182875" wrap="square" tIns="0">
            <a:noAutofit/>
          </a:bodyPr>
          <a:lstStyle/>
          <a:p>
            <a:pPr indent="0" lvl="0" marL="0" rtl="0" algn="l">
              <a:spcBef>
                <a:spcPts val="0"/>
              </a:spcBef>
              <a:spcAft>
                <a:spcPts val="0"/>
              </a:spcAft>
              <a:buNone/>
            </a:pPr>
            <a:r>
              <a:rPr lang="en"/>
              <a:t>Rather than stopping at accuracy metrics, we plug model predictions into a simulated trading strategy to see how they actually affect portfolio performance. </a:t>
            </a:r>
            <a:endParaRPr/>
          </a:p>
        </p:txBody>
      </p:sp>
      <p:sp>
        <p:nvSpPr>
          <p:cNvPr id="441" name="Google Shape;441;p51"/>
          <p:cNvSpPr txBox="1"/>
          <p:nvPr>
            <p:ph idx="9" type="title"/>
          </p:nvPr>
        </p:nvSpPr>
        <p:spPr>
          <a:xfrm>
            <a:off x="284775" y="282900"/>
            <a:ext cx="8574900" cy="38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Prediction Task &amp; Goal</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52"/>
          <p:cNvSpPr/>
          <p:nvPr/>
        </p:nvSpPr>
        <p:spPr>
          <a:xfrm flipH="1">
            <a:off x="5348325" y="282725"/>
            <a:ext cx="3510600" cy="1383300"/>
          </a:xfrm>
          <a:prstGeom prst="round2DiagRect">
            <a:avLst>
              <a:gd fmla="val 28747" name="adj1"/>
              <a:gd fmla="val 12411"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Outfit"/>
              <a:ea typeface="Outfit"/>
              <a:cs typeface="Outfit"/>
              <a:sym typeface="Outfit"/>
            </a:endParaRPr>
          </a:p>
        </p:txBody>
      </p:sp>
      <p:sp>
        <p:nvSpPr>
          <p:cNvPr id="447" name="Google Shape;447;p52"/>
          <p:cNvSpPr/>
          <p:nvPr/>
        </p:nvSpPr>
        <p:spPr>
          <a:xfrm flipH="1">
            <a:off x="5348325" y="1767224"/>
            <a:ext cx="3510600" cy="1383300"/>
          </a:xfrm>
          <a:prstGeom prst="round2DiagRect">
            <a:avLst>
              <a:gd fmla="val 16667"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Outfit"/>
              <a:ea typeface="Outfit"/>
              <a:cs typeface="Outfit"/>
              <a:sym typeface="Outfit"/>
            </a:endParaRPr>
          </a:p>
        </p:txBody>
      </p:sp>
      <p:sp>
        <p:nvSpPr>
          <p:cNvPr id="448" name="Google Shape;448;p52"/>
          <p:cNvSpPr/>
          <p:nvPr/>
        </p:nvSpPr>
        <p:spPr>
          <a:xfrm>
            <a:off x="5348925" y="3251722"/>
            <a:ext cx="3510600" cy="1383300"/>
          </a:xfrm>
          <a:prstGeom prst="roundRect">
            <a:avLst>
              <a:gd fmla="val 12834"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Outfit"/>
              <a:ea typeface="Outfit"/>
              <a:cs typeface="Outfit"/>
              <a:sym typeface="Outfit"/>
            </a:endParaRPr>
          </a:p>
        </p:txBody>
      </p:sp>
      <p:sp>
        <p:nvSpPr>
          <p:cNvPr id="449" name="Google Shape;449;p52"/>
          <p:cNvSpPr txBox="1"/>
          <p:nvPr>
            <p:ph idx="1" type="body"/>
          </p:nvPr>
        </p:nvSpPr>
        <p:spPr>
          <a:xfrm>
            <a:off x="5348925" y="779548"/>
            <a:ext cx="3510600" cy="783300"/>
          </a:xfrm>
          <a:prstGeom prst="rect">
            <a:avLst/>
          </a:prstGeom>
        </p:spPr>
        <p:txBody>
          <a:bodyPr anchorCtr="0" anchor="t" bIns="0" lIns="182875" spcFirstLastPara="1" rIns="182875" wrap="square" tIns="0">
            <a:noAutofit/>
          </a:bodyPr>
          <a:lstStyle/>
          <a:p>
            <a:pPr indent="0" lvl="0" marL="0" rtl="0" algn="l">
              <a:spcBef>
                <a:spcPts val="0"/>
              </a:spcBef>
              <a:spcAft>
                <a:spcPts val="0"/>
              </a:spcAft>
              <a:buNone/>
            </a:pPr>
            <a:r>
              <a:rPr lang="en"/>
              <a:t>We use daily price and volume data for Nasdaq 100 stocks, including open, high, low, close, and volume. The dataset spans roughly two years per ticker and focuses on large, liquid equities to reduce noise from illiquidity.</a:t>
            </a:r>
            <a:endParaRPr/>
          </a:p>
        </p:txBody>
      </p:sp>
      <p:sp>
        <p:nvSpPr>
          <p:cNvPr id="450" name="Google Shape;450;p52"/>
          <p:cNvSpPr txBox="1"/>
          <p:nvPr>
            <p:ph idx="2" type="title"/>
          </p:nvPr>
        </p:nvSpPr>
        <p:spPr>
          <a:xfrm>
            <a:off x="5348325" y="282900"/>
            <a:ext cx="3150300" cy="600300"/>
          </a:xfrm>
          <a:prstGeom prst="rect">
            <a:avLst/>
          </a:prstGeom>
        </p:spPr>
        <p:txBody>
          <a:bodyPr anchorCtr="0" anchor="t" bIns="0" lIns="182875" spcFirstLastPara="1" rIns="0" wrap="square" tIns="182875">
            <a:spAutoFit/>
          </a:bodyPr>
          <a:lstStyle/>
          <a:p>
            <a:pPr indent="0" lvl="0" marL="0" rtl="0" algn="l">
              <a:spcBef>
                <a:spcPts val="0"/>
              </a:spcBef>
              <a:spcAft>
                <a:spcPts val="0"/>
              </a:spcAft>
              <a:buNone/>
            </a:pPr>
            <a:r>
              <a:rPr lang="en" sz="1800">
                <a:latin typeface="Outfit"/>
                <a:ea typeface="Outfit"/>
                <a:cs typeface="Outfit"/>
                <a:sym typeface="Outfit"/>
              </a:rPr>
              <a:t>Data Source</a:t>
            </a:r>
            <a:endParaRPr sz="1800">
              <a:latin typeface="Outfit"/>
              <a:ea typeface="Outfit"/>
              <a:cs typeface="Outfit"/>
              <a:sym typeface="Outfit"/>
            </a:endParaRPr>
          </a:p>
          <a:p>
            <a:pPr indent="0" lvl="0" marL="0" rtl="0" algn="l">
              <a:spcBef>
                <a:spcPts val="0"/>
              </a:spcBef>
              <a:spcAft>
                <a:spcPts val="0"/>
              </a:spcAft>
              <a:buNone/>
            </a:pPr>
            <a:r>
              <a:t/>
            </a:r>
            <a:endParaRPr/>
          </a:p>
        </p:txBody>
      </p:sp>
      <p:sp>
        <p:nvSpPr>
          <p:cNvPr id="451" name="Google Shape;451;p52"/>
          <p:cNvSpPr txBox="1"/>
          <p:nvPr>
            <p:ph idx="4" type="title"/>
          </p:nvPr>
        </p:nvSpPr>
        <p:spPr>
          <a:xfrm>
            <a:off x="5348325" y="1772625"/>
            <a:ext cx="3150300" cy="434100"/>
          </a:xfrm>
          <a:prstGeom prst="rect">
            <a:avLst/>
          </a:prstGeom>
        </p:spPr>
        <p:txBody>
          <a:bodyPr anchorCtr="0" anchor="t" bIns="0" lIns="182875" spcFirstLastPara="1" rIns="0" wrap="square" tIns="182875">
            <a:spAutoFit/>
          </a:bodyPr>
          <a:lstStyle/>
          <a:p>
            <a:pPr indent="0" lvl="0" marL="0" rtl="0" algn="l">
              <a:spcBef>
                <a:spcPts val="0"/>
              </a:spcBef>
              <a:spcAft>
                <a:spcPts val="0"/>
              </a:spcAft>
              <a:buNone/>
            </a:pPr>
            <a:r>
              <a:rPr lang="en" sz="1800">
                <a:latin typeface="Outfit"/>
                <a:ea typeface="Outfit"/>
                <a:cs typeface="Outfit"/>
                <a:sym typeface="Outfit"/>
              </a:rPr>
              <a:t>Feature Construction</a:t>
            </a:r>
            <a:endParaRPr/>
          </a:p>
        </p:txBody>
      </p:sp>
      <p:sp>
        <p:nvSpPr>
          <p:cNvPr id="452" name="Google Shape;452;p52"/>
          <p:cNvSpPr txBox="1"/>
          <p:nvPr>
            <p:ph idx="3" type="body"/>
          </p:nvPr>
        </p:nvSpPr>
        <p:spPr>
          <a:xfrm>
            <a:off x="5348925" y="2225851"/>
            <a:ext cx="3510600" cy="783300"/>
          </a:xfrm>
          <a:prstGeom prst="rect">
            <a:avLst/>
          </a:prstGeom>
        </p:spPr>
        <p:txBody>
          <a:bodyPr anchorCtr="0" anchor="t" bIns="0" lIns="182875" spcFirstLastPara="1" rIns="182875" wrap="square" tIns="0">
            <a:noAutofit/>
          </a:bodyPr>
          <a:lstStyle/>
          <a:p>
            <a:pPr indent="0" lvl="0" marL="0" rtl="0" algn="l">
              <a:spcBef>
                <a:spcPts val="0"/>
              </a:spcBef>
              <a:spcAft>
                <a:spcPts val="0"/>
              </a:spcAft>
              <a:buNone/>
            </a:pPr>
            <a:r>
              <a:rPr lang="en"/>
              <a:t>Features are designed to capture short term momentum, trend, volatility, and volume behavior. These include moving averages, short horizon returns, rolling volatility, and volume changes. All features are built strictly using historical data.</a:t>
            </a:r>
            <a:endParaRPr/>
          </a:p>
        </p:txBody>
      </p:sp>
      <p:sp>
        <p:nvSpPr>
          <p:cNvPr id="453" name="Google Shape;453;p52"/>
          <p:cNvSpPr txBox="1"/>
          <p:nvPr>
            <p:ph idx="5" type="body"/>
          </p:nvPr>
        </p:nvSpPr>
        <p:spPr>
          <a:xfrm>
            <a:off x="5348925" y="3672155"/>
            <a:ext cx="3510600" cy="783300"/>
          </a:xfrm>
          <a:prstGeom prst="rect">
            <a:avLst/>
          </a:prstGeom>
        </p:spPr>
        <p:txBody>
          <a:bodyPr anchorCtr="0" anchor="t" bIns="0" lIns="182875" spcFirstLastPara="1" rIns="182875" wrap="square" tIns="0">
            <a:noAutofit/>
          </a:bodyPr>
          <a:lstStyle/>
          <a:p>
            <a:pPr indent="0" lvl="0" marL="0" rtl="0" algn="l">
              <a:spcBef>
                <a:spcPts val="0"/>
              </a:spcBef>
              <a:spcAft>
                <a:spcPts val="0"/>
              </a:spcAft>
              <a:buNone/>
            </a:pPr>
            <a:r>
              <a:rPr lang="en">
                <a:solidFill>
                  <a:schemeClr val="lt1"/>
                </a:solidFill>
              </a:rPr>
              <a:t>Each stock is processed independently and the final dataset is ordered by time. A time-aware train test split is used instead of random sampling to avoid look-ahead bias and better reflect real world forecasting. </a:t>
            </a:r>
            <a:endParaRPr/>
          </a:p>
        </p:txBody>
      </p:sp>
      <p:sp>
        <p:nvSpPr>
          <p:cNvPr id="454" name="Google Shape;454;p52"/>
          <p:cNvSpPr txBox="1"/>
          <p:nvPr>
            <p:ph idx="6" type="title"/>
          </p:nvPr>
        </p:nvSpPr>
        <p:spPr>
          <a:xfrm>
            <a:off x="5348325" y="3261713"/>
            <a:ext cx="3150300" cy="434100"/>
          </a:xfrm>
          <a:prstGeom prst="rect">
            <a:avLst/>
          </a:prstGeom>
        </p:spPr>
        <p:txBody>
          <a:bodyPr anchorCtr="0" anchor="t" bIns="0" lIns="182875" spcFirstLastPara="1" rIns="0" wrap="square" tIns="182875">
            <a:spAutoFit/>
          </a:bodyPr>
          <a:lstStyle/>
          <a:p>
            <a:pPr indent="0" lvl="0" marL="0" rtl="0" algn="l">
              <a:spcBef>
                <a:spcPts val="0"/>
              </a:spcBef>
              <a:spcAft>
                <a:spcPts val="0"/>
              </a:spcAft>
              <a:buNone/>
            </a:pPr>
            <a:r>
              <a:rPr lang="en" sz="1800">
                <a:solidFill>
                  <a:schemeClr val="lt1"/>
                </a:solidFill>
                <a:latin typeface="Outfit"/>
                <a:ea typeface="Outfit"/>
                <a:cs typeface="Outfit"/>
                <a:sym typeface="Outfit"/>
              </a:rPr>
              <a:t>Train Test Setup</a:t>
            </a:r>
            <a:endParaRPr/>
          </a:p>
        </p:txBody>
      </p:sp>
      <p:pic>
        <p:nvPicPr>
          <p:cNvPr id="455" name="Google Shape;455;p52" title="feature_importance.PNG"/>
          <p:cNvPicPr preferRelativeResize="0"/>
          <p:nvPr/>
        </p:nvPicPr>
        <p:blipFill>
          <a:blip r:embed="rId3">
            <a:alphaModFix/>
          </a:blip>
          <a:stretch>
            <a:fillRect/>
          </a:stretch>
        </p:blipFill>
        <p:spPr>
          <a:xfrm>
            <a:off x="88847" y="970672"/>
            <a:ext cx="5153125" cy="3573606"/>
          </a:xfrm>
          <a:prstGeom prst="rect">
            <a:avLst/>
          </a:prstGeom>
          <a:noFill/>
          <a:ln>
            <a:noFill/>
          </a:ln>
        </p:spPr>
      </p:pic>
      <p:sp>
        <p:nvSpPr>
          <p:cNvPr id="456" name="Google Shape;456;p52"/>
          <p:cNvSpPr txBox="1"/>
          <p:nvPr>
            <p:ph idx="4294967295" type="title"/>
          </p:nvPr>
        </p:nvSpPr>
        <p:spPr>
          <a:xfrm>
            <a:off x="457500" y="389400"/>
            <a:ext cx="4656000" cy="387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2400"/>
              <a:t>Data &amp; Feature Construction</a:t>
            </a:r>
            <a:endParaRPr sz="24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p53"/>
          <p:cNvSpPr/>
          <p:nvPr/>
        </p:nvSpPr>
        <p:spPr>
          <a:xfrm flipH="1">
            <a:off x="6071900" y="282825"/>
            <a:ext cx="2787300" cy="2125800"/>
          </a:xfrm>
          <a:prstGeom prst="round2DiagRect">
            <a:avLst>
              <a:gd fmla="val 12851" name="adj1"/>
              <a:gd fmla="val 4267"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3"/>
              </a:solidFill>
              <a:latin typeface="Outfit"/>
              <a:ea typeface="Outfit"/>
              <a:cs typeface="Outfit"/>
              <a:sym typeface="Outfit"/>
            </a:endParaRPr>
          </a:p>
        </p:txBody>
      </p:sp>
      <p:sp>
        <p:nvSpPr>
          <p:cNvPr id="462" name="Google Shape;462;p53"/>
          <p:cNvSpPr/>
          <p:nvPr/>
        </p:nvSpPr>
        <p:spPr>
          <a:xfrm flipH="1">
            <a:off x="3178333" y="2509318"/>
            <a:ext cx="2787300" cy="2125800"/>
          </a:xfrm>
          <a:prstGeom prst="round2DiagRect">
            <a:avLst>
              <a:gd fmla="val 12851" name="adj1"/>
              <a:gd fmla="val 4267"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4"/>
              </a:solidFill>
              <a:latin typeface="Outfit"/>
              <a:ea typeface="Outfit"/>
              <a:cs typeface="Outfit"/>
              <a:sym typeface="Outfit"/>
            </a:endParaRPr>
          </a:p>
        </p:txBody>
      </p:sp>
      <p:sp>
        <p:nvSpPr>
          <p:cNvPr id="463" name="Google Shape;463;p53"/>
          <p:cNvSpPr/>
          <p:nvPr/>
        </p:nvSpPr>
        <p:spPr>
          <a:xfrm>
            <a:off x="3178470" y="282825"/>
            <a:ext cx="2787300" cy="2125800"/>
          </a:xfrm>
          <a:prstGeom prst="roundRect">
            <a:avLst>
              <a:gd fmla="val 11240"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2"/>
              </a:solidFill>
              <a:latin typeface="Outfit"/>
              <a:ea typeface="Outfit"/>
              <a:cs typeface="Outfit"/>
              <a:sym typeface="Outfit"/>
            </a:endParaRPr>
          </a:p>
        </p:txBody>
      </p:sp>
      <p:sp>
        <p:nvSpPr>
          <p:cNvPr id="464" name="Google Shape;464;p53"/>
          <p:cNvSpPr/>
          <p:nvPr/>
        </p:nvSpPr>
        <p:spPr>
          <a:xfrm>
            <a:off x="6071898" y="2509318"/>
            <a:ext cx="2787300" cy="2125800"/>
          </a:xfrm>
          <a:prstGeom prst="roundRect">
            <a:avLst>
              <a:gd fmla="val 11240"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Outfit"/>
              <a:ea typeface="Outfit"/>
              <a:cs typeface="Outfit"/>
              <a:sym typeface="Outfit"/>
            </a:endParaRPr>
          </a:p>
        </p:txBody>
      </p:sp>
      <p:sp>
        <p:nvSpPr>
          <p:cNvPr id="465" name="Google Shape;465;p53"/>
          <p:cNvSpPr txBox="1"/>
          <p:nvPr>
            <p:ph idx="2" type="body"/>
          </p:nvPr>
        </p:nvSpPr>
        <p:spPr>
          <a:xfrm>
            <a:off x="3178225" y="767058"/>
            <a:ext cx="2787300" cy="1608300"/>
          </a:xfrm>
          <a:prstGeom prst="rect">
            <a:avLst/>
          </a:prstGeom>
        </p:spPr>
        <p:txBody>
          <a:bodyPr anchorCtr="0" anchor="t" bIns="182875" lIns="182875" spcFirstLastPara="1" rIns="182875" wrap="square" tIns="0">
            <a:noAutofit/>
          </a:bodyPr>
          <a:lstStyle/>
          <a:p>
            <a:pPr indent="-292100" lvl="0" marL="457200" rtl="0" algn="l">
              <a:spcBef>
                <a:spcPts val="0"/>
              </a:spcBef>
              <a:spcAft>
                <a:spcPts val="0"/>
              </a:spcAft>
              <a:buSzPts val="1000"/>
              <a:buChar char="➔"/>
            </a:pPr>
            <a:r>
              <a:rPr lang="en"/>
              <a:t>Same features and time-based train/test split for all models</a:t>
            </a:r>
            <a:endParaRPr/>
          </a:p>
          <a:p>
            <a:pPr indent="-292100" lvl="0" marL="457200" rtl="0" algn="l">
              <a:spcBef>
                <a:spcPts val="0"/>
              </a:spcBef>
              <a:spcAft>
                <a:spcPts val="0"/>
              </a:spcAft>
              <a:buSzPts val="1000"/>
              <a:buChar char="➔"/>
            </a:pPr>
            <a:r>
              <a:rPr lang="en"/>
              <a:t>Models evaluated using Accuracy, Recall, F1, and ROC-AUC</a:t>
            </a:r>
            <a:endParaRPr/>
          </a:p>
          <a:p>
            <a:pPr indent="-292100" lvl="0" marL="457200" rtl="0" algn="l">
              <a:spcBef>
                <a:spcPts val="0"/>
              </a:spcBef>
              <a:spcAft>
                <a:spcPts val="0"/>
              </a:spcAft>
              <a:buSzPts val="1000"/>
              <a:buChar char="➔"/>
            </a:pPr>
            <a:r>
              <a:rPr lang="en"/>
              <a:t>Recall and probability quality emphasized for trading use</a:t>
            </a:r>
            <a:endParaRPr/>
          </a:p>
          <a:p>
            <a:pPr indent="-292100" lvl="0" marL="457200" rtl="0" algn="l">
              <a:spcBef>
                <a:spcPts val="0"/>
              </a:spcBef>
              <a:spcAft>
                <a:spcPts val="0"/>
              </a:spcAft>
              <a:buSzPts val="1000"/>
              <a:buChar char="➔"/>
            </a:pPr>
            <a:r>
              <a:rPr lang="en"/>
              <a:t>Always-up benchmark included to separate model skill from market drift</a:t>
            </a:r>
            <a:endParaRPr/>
          </a:p>
          <a:p>
            <a:pPr indent="0" lvl="0" marL="457200" rtl="0" algn="l">
              <a:spcBef>
                <a:spcPts val="0"/>
              </a:spcBef>
              <a:spcAft>
                <a:spcPts val="0"/>
              </a:spcAft>
              <a:buNone/>
            </a:pPr>
            <a:r>
              <a:t/>
            </a:r>
            <a:endParaRPr/>
          </a:p>
        </p:txBody>
      </p:sp>
      <p:sp>
        <p:nvSpPr>
          <p:cNvPr id="466" name="Google Shape;466;p53"/>
          <p:cNvSpPr txBox="1"/>
          <p:nvPr>
            <p:ph type="title"/>
          </p:nvPr>
        </p:nvSpPr>
        <p:spPr>
          <a:xfrm>
            <a:off x="3178383" y="282825"/>
            <a:ext cx="1553400" cy="351000"/>
          </a:xfrm>
          <a:prstGeom prst="rect">
            <a:avLst/>
          </a:prstGeom>
        </p:spPr>
        <p:txBody>
          <a:bodyPr anchorCtr="0" anchor="t" bIns="0" lIns="182875" spcFirstLastPara="1" rIns="0" wrap="square" tIns="182875">
            <a:spAutoFit/>
          </a:bodyPr>
          <a:lstStyle/>
          <a:p>
            <a:pPr indent="0" lvl="0" marL="0" rtl="0" algn="l">
              <a:spcBef>
                <a:spcPts val="0"/>
              </a:spcBef>
              <a:spcAft>
                <a:spcPts val="0"/>
              </a:spcAft>
              <a:buNone/>
            </a:pPr>
            <a:r>
              <a:rPr lang="en"/>
              <a:t>Evaluation Setup</a:t>
            </a:r>
            <a:endParaRPr/>
          </a:p>
        </p:txBody>
      </p:sp>
      <p:sp>
        <p:nvSpPr>
          <p:cNvPr id="467" name="Google Shape;467;p53"/>
          <p:cNvSpPr txBox="1"/>
          <p:nvPr>
            <p:ph idx="1" type="body"/>
          </p:nvPr>
        </p:nvSpPr>
        <p:spPr>
          <a:xfrm>
            <a:off x="6071873" y="767058"/>
            <a:ext cx="2787300" cy="1608300"/>
          </a:xfrm>
          <a:prstGeom prst="rect">
            <a:avLst/>
          </a:prstGeom>
        </p:spPr>
        <p:txBody>
          <a:bodyPr anchorCtr="0" anchor="t" bIns="182875" lIns="182875" spcFirstLastPara="1" rIns="182875" wrap="square" tIns="0">
            <a:noAutofit/>
          </a:bodyPr>
          <a:lstStyle/>
          <a:p>
            <a:pPr indent="-292100" lvl="0" marL="457200" rtl="0" algn="l">
              <a:spcBef>
                <a:spcPts val="0"/>
              </a:spcBef>
              <a:spcAft>
                <a:spcPts val="0"/>
              </a:spcAft>
              <a:buSzPts val="1000"/>
              <a:buChar char="➔"/>
            </a:pPr>
            <a:r>
              <a:rPr lang="en"/>
              <a:t>Linear classification model</a:t>
            </a:r>
            <a:endParaRPr/>
          </a:p>
          <a:p>
            <a:pPr indent="-292100" lvl="0" marL="457200" rtl="0" algn="l">
              <a:spcBef>
                <a:spcPts val="0"/>
              </a:spcBef>
              <a:spcAft>
                <a:spcPts val="0"/>
              </a:spcAft>
              <a:buSzPts val="1000"/>
              <a:buChar char="➔"/>
            </a:pPr>
            <a:r>
              <a:rPr lang="en"/>
              <a:t>Provides stable probabilistic estimates</a:t>
            </a:r>
            <a:endParaRPr/>
          </a:p>
          <a:p>
            <a:pPr indent="-292100" lvl="0" marL="457200" rtl="0" algn="l">
              <a:spcBef>
                <a:spcPts val="0"/>
              </a:spcBef>
              <a:spcAft>
                <a:spcPts val="0"/>
              </a:spcAft>
              <a:buSzPts val="1000"/>
              <a:buChar char="➔"/>
            </a:pPr>
            <a:r>
              <a:rPr lang="en"/>
              <a:t>Useful reference point for more flexible models</a:t>
            </a:r>
            <a:endParaRPr/>
          </a:p>
          <a:p>
            <a:pPr indent="0" lvl="0" marL="0" rtl="0" algn="l">
              <a:spcBef>
                <a:spcPts val="0"/>
              </a:spcBef>
              <a:spcAft>
                <a:spcPts val="0"/>
              </a:spcAft>
              <a:buNone/>
            </a:pPr>
            <a:r>
              <a:t/>
            </a:r>
            <a:endParaRPr/>
          </a:p>
        </p:txBody>
      </p:sp>
      <p:sp>
        <p:nvSpPr>
          <p:cNvPr id="468" name="Google Shape;468;p53"/>
          <p:cNvSpPr txBox="1"/>
          <p:nvPr>
            <p:ph idx="5" type="title"/>
          </p:nvPr>
        </p:nvSpPr>
        <p:spPr>
          <a:xfrm>
            <a:off x="6072048" y="282825"/>
            <a:ext cx="1553400" cy="351000"/>
          </a:xfrm>
          <a:prstGeom prst="rect">
            <a:avLst/>
          </a:prstGeom>
        </p:spPr>
        <p:txBody>
          <a:bodyPr anchorCtr="0" anchor="t" bIns="0" lIns="182875" spcFirstLastPara="1" rIns="0" wrap="square" tIns="182875">
            <a:spAutoFit/>
          </a:bodyPr>
          <a:lstStyle/>
          <a:p>
            <a:pPr indent="0" lvl="0" marL="0" rtl="0" algn="l">
              <a:spcBef>
                <a:spcPts val="0"/>
              </a:spcBef>
              <a:spcAft>
                <a:spcPts val="0"/>
              </a:spcAft>
              <a:buNone/>
            </a:pPr>
            <a:r>
              <a:rPr lang="en"/>
              <a:t>Logistic Regression</a:t>
            </a:r>
            <a:endParaRPr/>
          </a:p>
        </p:txBody>
      </p:sp>
      <p:sp>
        <p:nvSpPr>
          <p:cNvPr id="469" name="Google Shape;469;p53"/>
          <p:cNvSpPr txBox="1"/>
          <p:nvPr>
            <p:ph idx="4" type="body"/>
          </p:nvPr>
        </p:nvSpPr>
        <p:spPr>
          <a:xfrm>
            <a:off x="3178225" y="2993932"/>
            <a:ext cx="2787300" cy="1608300"/>
          </a:xfrm>
          <a:prstGeom prst="rect">
            <a:avLst/>
          </a:prstGeom>
        </p:spPr>
        <p:txBody>
          <a:bodyPr anchorCtr="0" anchor="t" bIns="182875" lIns="182875" spcFirstLastPara="1" rIns="182875" wrap="square" tIns="0">
            <a:noAutofit/>
          </a:bodyPr>
          <a:lstStyle/>
          <a:p>
            <a:pPr indent="-292100" lvl="0" marL="457200" rtl="0" algn="l">
              <a:spcBef>
                <a:spcPts val="0"/>
              </a:spcBef>
              <a:spcAft>
                <a:spcPts val="0"/>
              </a:spcAft>
              <a:buSzPts val="1000"/>
              <a:buChar char="➔"/>
            </a:pPr>
            <a:r>
              <a:rPr lang="en"/>
              <a:t>Tree-based ensemble capturing nonlinear effects</a:t>
            </a:r>
            <a:endParaRPr/>
          </a:p>
          <a:p>
            <a:pPr indent="-292100" lvl="0" marL="457200" rtl="0" algn="l">
              <a:spcBef>
                <a:spcPts val="0"/>
              </a:spcBef>
              <a:spcAft>
                <a:spcPts val="0"/>
              </a:spcAft>
              <a:buSzPts val="1000"/>
              <a:buChar char="➔"/>
            </a:pPr>
            <a:r>
              <a:rPr lang="en"/>
              <a:t>More flexible than logistic regression</a:t>
            </a:r>
            <a:endParaRPr/>
          </a:p>
          <a:p>
            <a:pPr indent="-292100" lvl="0" marL="457200" rtl="0" algn="l">
              <a:spcBef>
                <a:spcPts val="0"/>
              </a:spcBef>
              <a:spcAft>
                <a:spcPts val="0"/>
              </a:spcAft>
              <a:buSzPts val="1000"/>
              <a:buChar char="➔"/>
            </a:pPr>
            <a:r>
              <a:rPr lang="en"/>
              <a:t>Performance varied across market regimes</a:t>
            </a:r>
            <a:endParaRPr/>
          </a:p>
          <a:p>
            <a:pPr indent="0" lvl="0" marL="0" rtl="0" algn="l">
              <a:spcBef>
                <a:spcPts val="0"/>
              </a:spcBef>
              <a:spcAft>
                <a:spcPts val="0"/>
              </a:spcAft>
              <a:buNone/>
            </a:pPr>
            <a:r>
              <a:t/>
            </a:r>
            <a:endParaRPr/>
          </a:p>
        </p:txBody>
      </p:sp>
      <p:sp>
        <p:nvSpPr>
          <p:cNvPr id="470" name="Google Shape;470;p53"/>
          <p:cNvSpPr txBox="1"/>
          <p:nvPr>
            <p:ph idx="6" type="title"/>
          </p:nvPr>
        </p:nvSpPr>
        <p:spPr>
          <a:xfrm>
            <a:off x="3178383" y="2509698"/>
            <a:ext cx="1553400" cy="351000"/>
          </a:xfrm>
          <a:prstGeom prst="rect">
            <a:avLst/>
          </a:prstGeom>
        </p:spPr>
        <p:txBody>
          <a:bodyPr anchorCtr="0" anchor="t" bIns="0" lIns="182875" spcFirstLastPara="1" rIns="0" wrap="square" tIns="182875">
            <a:spAutoFit/>
          </a:bodyPr>
          <a:lstStyle/>
          <a:p>
            <a:pPr indent="0" lvl="0" marL="0" rtl="0" algn="l">
              <a:spcBef>
                <a:spcPts val="0"/>
              </a:spcBef>
              <a:spcAft>
                <a:spcPts val="0"/>
              </a:spcAft>
              <a:buNone/>
            </a:pPr>
            <a:r>
              <a:rPr lang="en"/>
              <a:t>Random Forest</a:t>
            </a:r>
            <a:endParaRPr/>
          </a:p>
        </p:txBody>
      </p:sp>
      <p:sp>
        <p:nvSpPr>
          <p:cNvPr id="471" name="Google Shape;471;p53"/>
          <p:cNvSpPr txBox="1"/>
          <p:nvPr>
            <p:ph idx="3" type="body"/>
          </p:nvPr>
        </p:nvSpPr>
        <p:spPr>
          <a:xfrm>
            <a:off x="6071873" y="2993932"/>
            <a:ext cx="2787300" cy="1608300"/>
          </a:xfrm>
          <a:prstGeom prst="rect">
            <a:avLst/>
          </a:prstGeom>
        </p:spPr>
        <p:txBody>
          <a:bodyPr anchorCtr="0" anchor="t" bIns="182875" lIns="182875" spcFirstLastPara="1" rIns="182875" wrap="square" tIns="0">
            <a:noAutofit/>
          </a:bodyPr>
          <a:lstStyle/>
          <a:p>
            <a:pPr indent="-292100" lvl="0" marL="457200" rtl="0" algn="l">
              <a:spcBef>
                <a:spcPts val="0"/>
              </a:spcBef>
              <a:spcAft>
                <a:spcPts val="0"/>
              </a:spcAft>
              <a:buSzPts val="1000"/>
              <a:buChar char="➔"/>
            </a:pPr>
            <a:r>
              <a:rPr lang="en"/>
              <a:t>Strongest overall performance across metrics</a:t>
            </a:r>
            <a:endParaRPr/>
          </a:p>
          <a:p>
            <a:pPr indent="-292100" lvl="0" marL="457200" rtl="0" algn="l">
              <a:spcBef>
                <a:spcPts val="0"/>
              </a:spcBef>
              <a:spcAft>
                <a:spcPts val="0"/>
              </a:spcAft>
              <a:buSzPts val="1000"/>
              <a:buChar char="➔"/>
            </a:pPr>
            <a:r>
              <a:rPr lang="en"/>
              <a:t>Best balance of recall and F1</a:t>
            </a:r>
            <a:endParaRPr/>
          </a:p>
          <a:p>
            <a:pPr indent="-292100" lvl="0" marL="457200" rtl="0" algn="l">
              <a:spcBef>
                <a:spcPts val="0"/>
              </a:spcBef>
              <a:spcAft>
                <a:spcPts val="0"/>
              </a:spcAft>
              <a:buSzPts val="1000"/>
              <a:buChar char="➔"/>
            </a:pPr>
            <a:r>
              <a:rPr lang="en"/>
              <a:t>Most reliable probability outputs</a:t>
            </a:r>
            <a:endParaRPr/>
          </a:p>
          <a:p>
            <a:pPr indent="-292100" lvl="0" marL="457200" rtl="0" algn="l">
              <a:spcBef>
                <a:spcPts val="0"/>
              </a:spcBef>
              <a:spcAft>
                <a:spcPts val="0"/>
              </a:spcAft>
              <a:buSzPts val="1000"/>
              <a:buChar char="➔"/>
            </a:pPr>
            <a:r>
              <a:rPr lang="en"/>
              <a:t>Selected for use with trading stratergy</a:t>
            </a:r>
            <a:endParaRPr/>
          </a:p>
          <a:p>
            <a:pPr indent="0" lvl="0" marL="0" rtl="0" algn="l">
              <a:spcBef>
                <a:spcPts val="0"/>
              </a:spcBef>
              <a:spcAft>
                <a:spcPts val="0"/>
              </a:spcAft>
              <a:buNone/>
            </a:pPr>
            <a:r>
              <a:t/>
            </a:r>
            <a:endParaRPr/>
          </a:p>
        </p:txBody>
      </p:sp>
      <p:sp>
        <p:nvSpPr>
          <p:cNvPr id="472" name="Google Shape;472;p53"/>
          <p:cNvSpPr txBox="1"/>
          <p:nvPr>
            <p:ph idx="7" type="title"/>
          </p:nvPr>
        </p:nvSpPr>
        <p:spPr>
          <a:xfrm>
            <a:off x="6072048" y="2509698"/>
            <a:ext cx="1553400" cy="351000"/>
          </a:xfrm>
          <a:prstGeom prst="rect">
            <a:avLst/>
          </a:prstGeom>
        </p:spPr>
        <p:txBody>
          <a:bodyPr anchorCtr="0" anchor="t" bIns="0" lIns="182875" spcFirstLastPara="1" rIns="0" wrap="square" tIns="182875">
            <a:spAutoFit/>
          </a:bodyPr>
          <a:lstStyle/>
          <a:p>
            <a:pPr indent="0" lvl="0" marL="0" rtl="0" algn="l">
              <a:spcBef>
                <a:spcPts val="0"/>
              </a:spcBef>
              <a:spcAft>
                <a:spcPts val="0"/>
              </a:spcAft>
              <a:buNone/>
            </a:pPr>
            <a:r>
              <a:rPr lang="en"/>
              <a:t>Gradient Boosting</a:t>
            </a:r>
            <a:endParaRPr/>
          </a:p>
        </p:txBody>
      </p:sp>
      <p:sp>
        <p:nvSpPr>
          <p:cNvPr id="473" name="Google Shape;473;p53"/>
          <p:cNvSpPr txBox="1"/>
          <p:nvPr>
            <p:ph idx="8" type="title"/>
          </p:nvPr>
        </p:nvSpPr>
        <p:spPr>
          <a:xfrm>
            <a:off x="284775" y="282900"/>
            <a:ext cx="2787600" cy="9975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Models &amp; Evaluation</a:t>
            </a:r>
            <a:endParaRPr/>
          </a:p>
        </p:txBody>
      </p:sp>
      <p:sp>
        <p:nvSpPr>
          <p:cNvPr descr="Star icon" id="474" name="Google Shape;474;p53"/>
          <p:cNvSpPr/>
          <p:nvPr/>
        </p:nvSpPr>
        <p:spPr>
          <a:xfrm>
            <a:off x="8591626" y="2620936"/>
            <a:ext cx="169131" cy="160677"/>
          </a:xfrm>
          <a:custGeom>
            <a:rect b="b" l="l" r="r" t="t"/>
            <a:pathLst>
              <a:path extrusionOk="0" h="25145" w="26468">
                <a:moveTo>
                  <a:pt x="13234" y="6783"/>
                </a:moveTo>
                <a:lnTo>
                  <a:pt x="15153" y="11282"/>
                </a:lnTo>
                <a:lnTo>
                  <a:pt x="19983" y="11712"/>
                </a:lnTo>
                <a:lnTo>
                  <a:pt x="16311" y="14888"/>
                </a:lnTo>
                <a:lnTo>
                  <a:pt x="17403" y="19652"/>
                </a:lnTo>
                <a:lnTo>
                  <a:pt x="17403" y="19652"/>
                </a:lnTo>
                <a:lnTo>
                  <a:pt x="13234" y="17105"/>
                </a:lnTo>
                <a:lnTo>
                  <a:pt x="9065" y="19619"/>
                </a:lnTo>
                <a:lnTo>
                  <a:pt x="9065" y="19619"/>
                </a:lnTo>
                <a:lnTo>
                  <a:pt x="10157" y="14888"/>
                </a:lnTo>
                <a:lnTo>
                  <a:pt x="6485" y="11679"/>
                </a:lnTo>
                <a:lnTo>
                  <a:pt x="11315" y="11249"/>
                </a:lnTo>
                <a:lnTo>
                  <a:pt x="13234" y="6783"/>
                </a:lnTo>
                <a:close/>
                <a:moveTo>
                  <a:pt x="13234" y="1"/>
                </a:moveTo>
                <a:lnTo>
                  <a:pt x="9529" y="8768"/>
                </a:lnTo>
                <a:lnTo>
                  <a:pt x="0" y="9595"/>
                </a:lnTo>
                <a:lnTo>
                  <a:pt x="7213" y="15848"/>
                </a:lnTo>
                <a:lnTo>
                  <a:pt x="5062" y="25144"/>
                </a:lnTo>
                <a:lnTo>
                  <a:pt x="5062" y="25144"/>
                </a:lnTo>
                <a:lnTo>
                  <a:pt x="13234" y="20215"/>
                </a:lnTo>
                <a:lnTo>
                  <a:pt x="21406" y="25144"/>
                </a:lnTo>
                <a:lnTo>
                  <a:pt x="21406" y="25144"/>
                </a:lnTo>
                <a:lnTo>
                  <a:pt x="19255" y="15848"/>
                </a:lnTo>
                <a:lnTo>
                  <a:pt x="26468" y="9595"/>
                </a:lnTo>
                <a:lnTo>
                  <a:pt x="16939" y="8768"/>
                </a:lnTo>
                <a:lnTo>
                  <a:pt x="13234" y="1"/>
                </a:lnTo>
                <a:close/>
              </a:path>
            </a:pathLst>
          </a:custGeom>
          <a:solidFill>
            <a:srgbClr val="98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Outfit"/>
              <a:ea typeface="Outfit"/>
              <a:cs typeface="Outfit"/>
              <a:sym typeface="Outfi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p54"/>
          <p:cNvSpPr/>
          <p:nvPr/>
        </p:nvSpPr>
        <p:spPr>
          <a:xfrm>
            <a:off x="4687675" y="2015400"/>
            <a:ext cx="4146000" cy="2841600"/>
          </a:xfrm>
          <a:prstGeom prst="roundRect">
            <a:avLst>
              <a:gd fmla="val 14673"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Outfit"/>
              <a:ea typeface="Outfit"/>
              <a:cs typeface="Outfit"/>
              <a:sym typeface="Outfit"/>
            </a:endParaRPr>
          </a:p>
        </p:txBody>
      </p:sp>
      <p:sp>
        <p:nvSpPr>
          <p:cNvPr id="480" name="Google Shape;480;p54"/>
          <p:cNvSpPr/>
          <p:nvPr/>
        </p:nvSpPr>
        <p:spPr>
          <a:xfrm>
            <a:off x="127650" y="897401"/>
            <a:ext cx="4382700" cy="3959700"/>
          </a:xfrm>
          <a:prstGeom prst="roundRect">
            <a:avLst>
              <a:gd fmla="val 11099"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Outfit"/>
              <a:ea typeface="Outfit"/>
              <a:cs typeface="Outfit"/>
              <a:sym typeface="Outfit"/>
            </a:endParaRPr>
          </a:p>
        </p:txBody>
      </p:sp>
      <p:sp>
        <p:nvSpPr>
          <p:cNvPr id="481" name="Google Shape;481;p54"/>
          <p:cNvSpPr/>
          <p:nvPr/>
        </p:nvSpPr>
        <p:spPr>
          <a:xfrm>
            <a:off x="4687650" y="863500"/>
            <a:ext cx="4146000" cy="1058700"/>
          </a:xfrm>
          <a:prstGeom prst="roundRect">
            <a:avLst>
              <a:gd fmla="val 14673"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Outfit"/>
              <a:ea typeface="Outfit"/>
              <a:cs typeface="Outfit"/>
              <a:sym typeface="Outfit"/>
            </a:endParaRPr>
          </a:p>
        </p:txBody>
      </p:sp>
      <p:sp>
        <p:nvSpPr>
          <p:cNvPr id="482" name="Google Shape;482;p54"/>
          <p:cNvSpPr txBox="1"/>
          <p:nvPr>
            <p:ph idx="6" type="body"/>
          </p:nvPr>
        </p:nvSpPr>
        <p:spPr>
          <a:xfrm>
            <a:off x="5049900" y="952600"/>
            <a:ext cx="3600300" cy="969600"/>
          </a:xfrm>
          <a:prstGeom prst="rect">
            <a:avLst/>
          </a:prstGeom>
        </p:spPr>
        <p:txBody>
          <a:bodyPr anchorCtr="0" anchor="t" bIns="0" lIns="0" spcFirstLastPara="1" rIns="182875" wrap="square" tIns="0">
            <a:noAutofit/>
          </a:bodyPr>
          <a:lstStyle/>
          <a:p>
            <a:pPr indent="0" lvl="0" marL="0" rtl="0" algn="l">
              <a:spcBef>
                <a:spcPts val="0"/>
              </a:spcBef>
              <a:spcAft>
                <a:spcPts val="0"/>
              </a:spcAft>
              <a:buNone/>
            </a:pPr>
            <a:r>
              <a:rPr lang="en" sz="1200">
                <a:latin typeface="Instrument Sans"/>
                <a:ea typeface="Instrument Sans"/>
                <a:cs typeface="Instrument Sans"/>
                <a:sym typeface="Instrument Sans"/>
              </a:rPr>
              <a:t>The model-driven strategy finishes </a:t>
            </a:r>
            <a:r>
              <a:rPr lang="en" sz="1200">
                <a:latin typeface="Instrument Sans"/>
                <a:ea typeface="Instrument Sans"/>
                <a:cs typeface="Instrument Sans"/>
                <a:sym typeface="Instrument Sans"/>
              </a:rPr>
              <a:t>noticeably</a:t>
            </a:r>
            <a:r>
              <a:rPr lang="en" sz="1200">
                <a:latin typeface="Instrument Sans"/>
                <a:ea typeface="Instrument Sans"/>
                <a:cs typeface="Instrument Sans"/>
                <a:sym typeface="Instrument Sans"/>
              </a:rPr>
              <a:t> above a simple QQQ buy-and-hold over the test period, even though individual predictions are a bit noisy.</a:t>
            </a:r>
            <a:endParaRPr sz="1000">
              <a:latin typeface="Instrument Sans"/>
              <a:ea typeface="Instrument Sans"/>
              <a:cs typeface="Instrument Sans"/>
              <a:sym typeface="Instrument Sans"/>
            </a:endParaRPr>
          </a:p>
        </p:txBody>
      </p:sp>
      <p:sp>
        <p:nvSpPr>
          <p:cNvPr id="483" name="Google Shape;483;p54"/>
          <p:cNvSpPr txBox="1"/>
          <p:nvPr>
            <p:ph type="title"/>
          </p:nvPr>
        </p:nvSpPr>
        <p:spPr>
          <a:xfrm>
            <a:off x="127650" y="271700"/>
            <a:ext cx="4722900" cy="4986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Results &amp; Performance</a:t>
            </a:r>
            <a:endParaRPr/>
          </a:p>
        </p:txBody>
      </p:sp>
      <p:sp>
        <p:nvSpPr>
          <p:cNvPr id="484" name="Google Shape;484;p54"/>
          <p:cNvSpPr txBox="1"/>
          <p:nvPr>
            <p:ph idx="1" type="body"/>
          </p:nvPr>
        </p:nvSpPr>
        <p:spPr>
          <a:xfrm>
            <a:off x="4976550" y="2161150"/>
            <a:ext cx="3424500" cy="2380800"/>
          </a:xfrm>
          <a:prstGeom prst="rect">
            <a:avLst/>
          </a:prstGeom>
        </p:spPr>
        <p:txBody>
          <a:bodyPr anchorCtr="0" anchor="t" bIns="0" lIns="0" spcFirstLastPara="1" rIns="0" wrap="square" tIns="0">
            <a:noAutofit/>
          </a:bodyPr>
          <a:lstStyle/>
          <a:p>
            <a:pPr indent="0" lvl="0" marL="0" rtl="0" algn="l">
              <a:spcBef>
                <a:spcPts val="1200"/>
              </a:spcBef>
              <a:spcAft>
                <a:spcPts val="0"/>
              </a:spcAft>
              <a:buNone/>
            </a:pPr>
            <a:r>
              <a:rPr b="1" lang="en" sz="1300">
                <a:latin typeface="Outfit"/>
                <a:ea typeface="Outfit"/>
                <a:cs typeface="Outfit"/>
                <a:sym typeface="Outfit"/>
              </a:rPr>
              <a:t>Result interpretation:</a:t>
            </a:r>
            <a:endParaRPr b="1" sz="1300">
              <a:latin typeface="Outfit"/>
              <a:ea typeface="Outfit"/>
              <a:cs typeface="Outfit"/>
              <a:sym typeface="Outfit"/>
            </a:endParaRPr>
          </a:p>
          <a:p>
            <a:pPr indent="-298450" lvl="0" marL="457200" rtl="0" algn="l">
              <a:spcBef>
                <a:spcPts val="1200"/>
              </a:spcBef>
              <a:spcAft>
                <a:spcPts val="0"/>
              </a:spcAft>
              <a:buSzPts val="1100"/>
              <a:buFont typeface="Instrument Sans"/>
              <a:buChar char="➔"/>
            </a:pPr>
            <a:r>
              <a:rPr lang="en" sz="1100">
                <a:latin typeface="Instrument Sans"/>
                <a:ea typeface="Instrument Sans"/>
                <a:cs typeface="Instrument Sans"/>
                <a:sym typeface="Instrument Sans"/>
              </a:rPr>
              <a:t>Gains driven by confidence-weighted position sizing</a:t>
            </a:r>
            <a:endParaRPr sz="1100">
              <a:latin typeface="Instrument Sans"/>
              <a:ea typeface="Instrument Sans"/>
              <a:cs typeface="Instrument Sans"/>
              <a:sym typeface="Instrument Sans"/>
            </a:endParaRPr>
          </a:p>
          <a:p>
            <a:pPr indent="-298450" lvl="0" marL="457200" rtl="0" algn="l">
              <a:spcBef>
                <a:spcPts val="0"/>
              </a:spcBef>
              <a:spcAft>
                <a:spcPts val="0"/>
              </a:spcAft>
              <a:buSzPts val="1100"/>
              <a:buFont typeface="Instrument Sans"/>
              <a:buChar char="➔"/>
            </a:pPr>
            <a:r>
              <a:rPr lang="en" sz="1100">
                <a:latin typeface="Instrument Sans"/>
                <a:ea typeface="Instrument Sans"/>
                <a:cs typeface="Instrument Sans"/>
                <a:sym typeface="Instrument Sans"/>
              </a:rPr>
              <a:t>Stronger performance during trending market periods</a:t>
            </a:r>
            <a:endParaRPr sz="1100">
              <a:latin typeface="Instrument Sans"/>
              <a:ea typeface="Instrument Sans"/>
              <a:cs typeface="Instrument Sans"/>
              <a:sym typeface="Instrument Sans"/>
            </a:endParaRPr>
          </a:p>
          <a:p>
            <a:pPr indent="-298450" lvl="0" marL="457200" rtl="0" algn="l">
              <a:spcBef>
                <a:spcPts val="0"/>
              </a:spcBef>
              <a:spcAft>
                <a:spcPts val="0"/>
              </a:spcAft>
              <a:buSzPts val="1100"/>
              <a:buFont typeface="Instrument Sans"/>
              <a:buChar char="➔"/>
            </a:pPr>
            <a:r>
              <a:rPr lang="en" sz="1100">
                <a:latin typeface="Instrument Sans"/>
                <a:ea typeface="Instrument Sans"/>
                <a:cs typeface="Instrument Sans"/>
                <a:sym typeface="Instrument Sans"/>
              </a:rPr>
              <a:t>Larger drawdowns due to concentrated exposure</a:t>
            </a:r>
            <a:endParaRPr sz="1100">
              <a:latin typeface="Instrument Sans"/>
              <a:ea typeface="Instrument Sans"/>
              <a:cs typeface="Instrument Sans"/>
              <a:sym typeface="Instrument Sans"/>
            </a:endParaRPr>
          </a:p>
          <a:p>
            <a:pPr indent="-298450" lvl="0" marL="457200" rtl="0" algn="l">
              <a:spcBef>
                <a:spcPts val="0"/>
              </a:spcBef>
              <a:spcAft>
                <a:spcPts val="0"/>
              </a:spcAft>
              <a:buSzPts val="1100"/>
              <a:buFont typeface="Instrument Sans"/>
              <a:buChar char="➔"/>
            </a:pPr>
            <a:r>
              <a:rPr lang="en" sz="1100">
                <a:latin typeface="Instrument Sans"/>
                <a:ea typeface="Instrument Sans"/>
                <a:cs typeface="Instrument Sans"/>
                <a:sym typeface="Instrument Sans"/>
              </a:rPr>
              <a:t>Risk-adjusted performance ends up being similar to QQQ, with higher volatility coming from more aggressive exposure when the model has high conviction.</a:t>
            </a:r>
            <a:endParaRPr sz="1100">
              <a:latin typeface="Instrument Sans"/>
              <a:ea typeface="Instrument Sans"/>
              <a:cs typeface="Instrument Sans"/>
              <a:sym typeface="Instrument Sans"/>
            </a:endParaRPr>
          </a:p>
          <a:p>
            <a:pPr indent="0" lvl="0" marL="0" rtl="0" algn="l">
              <a:spcBef>
                <a:spcPts val="1200"/>
              </a:spcBef>
              <a:spcAft>
                <a:spcPts val="0"/>
              </a:spcAft>
              <a:buNone/>
            </a:pPr>
            <a:r>
              <a:t/>
            </a:r>
            <a:endParaRPr/>
          </a:p>
        </p:txBody>
      </p:sp>
      <p:pic>
        <p:nvPicPr>
          <p:cNvPr id="485" name="Google Shape;485;p54" title="equity_curve.PNG"/>
          <p:cNvPicPr preferRelativeResize="0"/>
          <p:nvPr/>
        </p:nvPicPr>
        <p:blipFill>
          <a:blip r:embed="rId3">
            <a:alphaModFix/>
          </a:blip>
          <a:stretch>
            <a:fillRect/>
          </a:stretch>
        </p:blipFill>
        <p:spPr>
          <a:xfrm>
            <a:off x="275650" y="1293700"/>
            <a:ext cx="4146000" cy="2933700"/>
          </a:xfrm>
          <a:prstGeom prst="rect">
            <a:avLst/>
          </a:prstGeom>
          <a:noFill/>
          <a:ln>
            <a:noFill/>
          </a:ln>
        </p:spPr>
      </p:pic>
      <p:sp>
        <p:nvSpPr>
          <p:cNvPr id="486" name="Google Shape;486;p54"/>
          <p:cNvSpPr txBox="1"/>
          <p:nvPr/>
        </p:nvSpPr>
        <p:spPr>
          <a:xfrm>
            <a:off x="336250" y="1006300"/>
            <a:ext cx="4024800" cy="287400"/>
          </a:xfrm>
          <a:prstGeom prst="rect">
            <a:avLst/>
          </a:prstGeom>
          <a:noFill/>
          <a:ln>
            <a:noFill/>
          </a:ln>
        </p:spPr>
        <p:txBody>
          <a:bodyPr anchorCtr="0" anchor="t" bIns="91425" lIns="91425" spcFirstLastPara="1" rIns="91425" wrap="square" tIns="91425">
            <a:noAutofit/>
          </a:bodyPr>
          <a:lstStyle/>
          <a:p>
            <a:pPr indent="-298450" lvl="0" marL="457200" rtl="0" algn="l">
              <a:spcBef>
                <a:spcPts val="0"/>
              </a:spcBef>
              <a:spcAft>
                <a:spcPts val="0"/>
              </a:spcAft>
              <a:buClr>
                <a:schemeClr val="lt1"/>
              </a:buClr>
              <a:buSzPts val="1100"/>
              <a:buFont typeface="Instrument Sans"/>
              <a:buChar char="➔"/>
            </a:pPr>
            <a:r>
              <a:rPr lang="en" sz="1100">
                <a:solidFill>
                  <a:schemeClr val="lt1"/>
                </a:solidFill>
                <a:latin typeface="Instrument Sans"/>
                <a:ea typeface="Instrument Sans"/>
                <a:cs typeface="Instrument Sans"/>
                <a:sym typeface="Instrument Sans"/>
              </a:rPr>
              <a:t>Equity curve: ML strategy vs QQQ buy-and-hold</a:t>
            </a:r>
            <a:endParaRPr sz="1100">
              <a:solidFill>
                <a:schemeClr val="lt1"/>
              </a:solidFill>
              <a:latin typeface="Instrument Sans"/>
              <a:ea typeface="Instrument Sans"/>
              <a:cs typeface="Instrument Sans"/>
              <a:sym typeface="Instrument Sans"/>
            </a:endParaRPr>
          </a:p>
        </p:txBody>
      </p:sp>
      <p:pic>
        <p:nvPicPr>
          <p:cNvPr id="487" name="Google Shape;487;p54" title="sharpe.PNG"/>
          <p:cNvPicPr preferRelativeResize="0"/>
          <p:nvPr/>
        </p:nvPicPr>
        <p:blipFill>
          <a:blip r:embed="rId4">
            <a:alphaModFix/>
          </a:blip>
          <a:stretch>
            <a:fillRect/>
          </a:stretch>
        </p:blipFill>
        <p:spPr>
          <a:xfrm>
            <a:off x="1240388" y="4264950"/>
            <a:ext cx="2428875" cy="4476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p55"/>
          <p:cNvSpPr/>
          <p:nvPr/>
        </p:nvSpPr>
        <p:spPr>
          <a:xfrm flipH="1">
            <a:off x="6554675" y="456600"/>
            <a:ext cx="2304900" cy="3828300"/>
          </a:xfrm>
          <a:prstGeom prst="round2DiagRect">
            <a:avLst>
              <a:gd fmla="val 16667" name="adj1"/>
              <a:gd fmla="val 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Outfit"/>
              <a:ea typeface="Outfit"/>
              <a:cs typeface="Outfit"/>
              <a:sym typeface="Outfit"/>
            </a:endParaRPr>
          </a:p>
        </p:txBody>
      </p:sp>
      <p:sp>
        <p:nvSpPr>
          <p:cNvPr id="493" name="Google Shape;493;p55"/>
          <p:cNvSpPr/>
          <p:nvPr/>
        </p:nvSpPr>
        <p:spPr>
          <a:xfrm flipH="1">
            <a:off x="6554675" y="806800"/>
            <a:ext cx="2304900" cy="3828300"/>
          </a:xfrm>
          <a:prstGeom prst="round2DiagRect">
            <a:avLst>
              <a:gd fmla="val 16667"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Outfit"/>
              <a:ea typeface="Outfit"/>
              <a:cs typeface="Outfit"/>
              <a:sym typeface="Outfit"/>
            </a:endParaRPr>
          </a:p>
        </p:txBody>
      </p:sp>
      <p:sp>
        <p:nvSpPr>
          <p:cNvPr id="494" name="Google Shape;494;p55"/>
          <p:cNvSpPr/>
          <p:nvPr/>
        </p:nvSpPr>
        <p:spPr>
          <a:xfrm flipH="1">
            <a:off x="1731475" y="465575"/>
            <a:ext cx="2304900" cy="3819300"/>
          </a:xfrm>
          <a:prstGeom prst="round2DiagRect">
            <a:avLst>
              <a:gd fmla="val 16667"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Outfit"/>
              <a:ea typeface="Outfit"/>
              <a:cs typeface="Outfit"/>
              <a:sym typeface="Outfit"/>
            </a:endParaRPr>
          </a:p>
        </p:txBody>
      </p:sp>
      <p:sp>
        <p:nvSpPr>
          <p:cNvPr id="495" name="Google Shape;495;p55"/>
          <p:cNvSpPr/>
          <p:nvPr/>
        </p:nvSpPr>
        <p:spPr>
          <a:xfrm flipH="1">
            <a:off x="1731475" y="806825"/>
            <a:ext cx="2304900" cy="3828300"/>
          </a:xfrm>
          <a:prstGeom prst="round2DiagRect">
            <a:avLst>
              <a:gd fmla="val 16667"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Outfit"/>
              <a:ea typeface="Outfit"/>
              <a:cs typeface="Outfit"/>
              <a:sym typeface="Outfit"/>
            </a:endParaRPr>
          </a:p>
        </p:txBody>
      </p:sp>
      <p:sp>
        <p:nvSpPr>
          <p:cNvPr id="496" name="Google Shape;496;p55"/>
          <p:cNvSpPr/>
          <p:nvPr/>
        </p:nvSpPr>
        <p:spPr>
          <a:xfrm flipH="1">
            <a:off x="4143075" y="465600"/>
            <a:ext cx="2304900" cy="3819300"/>
          </a:xfrm>
          <a:prstGeom prst="round2DiagRect">
            <a:avLst>
              <a:gd fmla="val 16667" name="adj1"/>
              <a:gd fmla="val 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Outfit"/>
              <a:ea typeface="Outfit"/>
              <a:cs typeface="Outfit"/>
              <a:sym typeface="Outfit"/>
            </a:endParaRPr>
          </a:p>
        </p:txBody>
      </p:sp>
      <p:sp>
        <p:nvSpPr>
          <p:cNvPr id="497" name="Google Shape;497;p55"/>
          <p:cNvSpPr/>
          <p:nvPr/>
        </p:nvSpPr>
        <p:spPr>
          <a:xfrm flipH="1">
            <a:off x="4143075" y="815800"/>
            <a:ext cx="2304900" cy="3819300"/>
          </a:xfrm>
          <a:prstGeom prst="round2DiagRect">
            <a:avLst>
              <a:gd fmla="val 16667"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Outfit"/>
              <a:ea typeface="Outfit"/>
              <a:cs typeface="Outfit"/>
              <a:sym typeface="Outfit"/>
            </a:endParaRPr>
          </a:p>
        </p:txBody>
      </p:sp>
      <p:sp>
        <p:nvSpPr>
          <p:cNvPr id="498" name="Google Shape;498;p55"/>
          <p:cNvSpPr txBox="1"/>
          <p:nvPr>
            <p:ph idx="2" type="body"/>
          </p:nvPr>
        </p:nvSpPr>
        <p:spPr>
          <a:xfrm>
            <a:off x="1784475" y="1408150"/>
            <a:ext cx="2304900" cy="2438700"/>
          </a:xfrm>
          <a:prstGeom prst="rect">
            <a:avLst/>
          </a:prstGeom>
        </p:spPr>
        <p:txBody>
          <a:bodyPr anchorCtr="0" anchor="b" bIns="274300" lIns="182875" spcFirstLastPara="1" rIns="182875" wrap="square" tIns="0">
            <a:noAutofit/>
          </a:bodyPr>
          <a:lstStyle/>
          <a:p>
            <a:pPr indent="-292100" lvl="0" marL="457200" rtl="0" algn="l">
              <a:spcBef>
                <a:spcPts val="0"/>
              </a:spcBef>
              <a:spcAft>
                <a:spcPts val="0"/>
              </a:spcAft>
              <a:buSzPts val="1000"/>
              <a:buChar char="➔"/>
            </a:pPr>
            <a:r>
              <a:rPr lang="en"/>
              <a:t>Model choice matters, but execution and position sizing matter more</a:t>
            </a:r>
            <a:endParaRPr/>
          </a:p>
          <a:p>
            <a:pPr indent="-292100" lvl="0" marL="457200" rtl="0" algn="l">
              <a:spcBef>
                <a:spcPts val="0"/>
              </a:spcBef>
              <a:spcAft>
                <a:spcPts val="0"/>
              </a:spcAft>
              <a:buSzPts val="1000"/>
              <a:buChar char="➔"/>
            </a:pPr>
            <a:r>
              <a:rPr lang="en"/>
              <a:t>Probabilistic signals are more flexible than fixed trading rules</a:t>
            </a:r>
            <a:endParaRPr/>
          </a:p>
          <a:p>
            <a:pPr indent="-292100" lvl="0" marL="457200" rtl="0" algn="l">
              <a:spcBef>
                <a:spcPts val="0"/>
              </a:spcBef>
              <a:spcAft>
                <a:spcPts val="0"/>
              </a:spcAft>
              <a:buSzPts val="1000"/>
              <a:buChar char="➔"/>
            </a:pPr>
            <a:r>
              <a:rPr lang="en"/>
              <a:t>Portfolio construction has a larger impact than raw prediction accuracy</a:t>
            </a:r>
            <a:endParaRPr/>
          </a:p>
          <a:p>
            <a:pPr indent="-292100" lvl="0" marL="457200" rtl="0" algn="l">
              <a:spcBef>
                <a:spcPts val="0"/>
              </a:spcBef>
              <a:spcAft>
                <a:spcPts val="0"/>
              </a:spcAft>
              <a:buSzPts val="1000"/>
              <a:buChar char="➔"/>
            </a:pPr>
            <a:r>
              <a:rPr lang="en"/>
              <a:t>The midterm revealed how rigid rule-based strategies can be, motivating the shift to model-driven probabilities</a:t>
            </a:r>
            <a:endParaRPr/>
          </a:p>
        </p:txBody>
      </p:sp>
      <p:sp>
        <p:nvSpPr>
          <p:cNvPr id="499" name="Google Shape;499;p55"/>
          <p:cNvSpPr txBox="1"/>
          <p:nvPr>
            <p:ph type="title"/>
          </p:nvPr>
        </p:nvSpPr>
        <p:spPr>
          <a:xfrm>
            <a:off x="1731400" y="806900"/>
            <a:ext cx="2064000" cy="249300"/>
          </a:xfrm>
          <a:prstGeom prst="rect">
            <a:avLst/>
          </a:prstGeom>
        </p:spPr>
        <p:txBody>
          <a:bodyPr anchorCtr="0" anchor="t" bIns="0" lIns="182875" spcFirstLastPara="1" rIns="182875" wrap="square" tIns="0">
            <a:spAutoFit/>
          </a:bodyPr>
          <a:lstStyle/>
          <a:p>
            <a:pPr indent="0" lvl="0" marL="0" rtl="0" algn="l">
              <a:spcBef>
                <a:spcPts val="0"/>
              </a:spcBef>
              <a:spcAft>
                <a:spcPts val="0"/>
              </a:spcAft>
              <a:buNone/>
            </a:pPr>
            <a:r>
              <a:rPr lang="en"/>
              <a:t>Key takeaways</a:t>
            </a:r>
            <a:endParaRPr/>
          </a:p>
        </p:txBody>
      </p:sp>
      <p:sp>
        <p:nvSpPr>
          <p:cNvPr id="500" name="Google Shape;500;p55"/>
          <p:cNvSpPr txBox="1"/>
          <p:nvPr>
            <p:ph idx="4" type="subTitle"/>
          </p:nvPr>
        </p:nvSpPr>
        <p:spPr>
          <a:xfrm>
            <a:off x="1784475" y="553975"/>
            <a:ext cx="1340700" cy="153900"/>
          </a:xfrm>
          <a:prstGeom prst="rect">
            <a:avLst/>
          </a:prstGeom>
        </p:spPr>
        <p:txBody>
          <a:bodyPr anchorCtr="0" anchor="t" bIns="0" lIns="182875" spcFirstLastPara="1" rIns="91425" wrap="square" tIns="0">
            <a:noAutofit/>
          </a:bodyPr>
          <a:lstStyle/>
          <a:p>
            <a:pPr indent="0" lvl="0" marL="0" rtl="0" algn="l">
              <a:spcBef>
                <a:spcPts val="0"/>
              </a:spcBef>
              <a:spcAft>
                <a:spcPts val="0"/>
              </a:spcAft>
              <a:buNone/>
            </a:pPr>
            <a:r>
              <a:rPr lang="en"/>
              <a:t>01</a:t>
            </a:r>
            <a:endParaRPr/>
          </a:p>
        </p:txBody>
      </p:sp>
      <p:sp>
        <p:nvSpPr>
          <p:cNvPr id="501" name="Google Shape;501;p55"/>
          <p:cNvSpPr txBox="1"/>
          <p:nvPr>
            <p:ph idx="3" type="body"/>
          </p:nvPr>
        </p:nvSpPr>
        <p:spPr>
          <a:xfrm>
            <a:off x="4143125" y="1155225"/>
            <a:ext cx="2304900" cy="2125200"/>
          </a:xfrm>
          <a:prstGeom prst="rect">
            <a:avLst/>
          </a:prstGeom>
        </p:spPr>
        <p:txBody>
          <a:bodyPr anchorCtr="0" anchor="b" bIns="274300" lIns="182875" spcFirstLastPara="1" rIns="182875" wrap="square" tIns="0">
            <a:noAutofit/>
          </a:bodyPr>
          <a:lstStyle/>
          <a:p>
            <a:pPr indent="-292100" lvl="0" marL="457200" rtl="0" algn="l">
              <a:spcBef>
                <a:spcPts val="0"/>
              </a:spcBef>
              <a:spcAft>
                <a:spcPts val="0"/>
              </a:spcAft>
              <a:buSzPts val="1000"/>
              <a:buChar char="➔"/>
            </a:pPr>
            <a:r>
              <a:rPr lang="en"/>
              <a:t>We did not include transaction costs or slippage, which would likely reduce real-world performance</a:t>
            </a:r>
            <a:endParaRPr/>
          </a:p>
          <a:p>
            <a:pPr indent="-292100" lvl="0" marL="457200" rtl="0" algn="l">
              <a:spcBef>
                <a:spcPts val="0"/>
              </a:spcBef>
              <a:spcAft>
                <a:spcPts val="0"/>
              </a:spcAft>
              <a:buSzPts val="1000"/>
              <a:buChar char="➔"/>
            </a:pPr>
            <a:r>
              <a:rPr lang="en"/>
              <a:t>Execution is simplified and assumes fills at observed prices</a:t>
            </a:r>
            <a:endParaRPr/>
          </a:p>
          <a:p>
            <a:pPr indent="-292100" lvl="0" marL="457200" rtl="0" algn="l">
              <a:spcBef>
                <a:spcPts val="0"/>
              </a:spcBef>
              <a:spcAft>
                <a:spcPts val="0"/>
              </a:spcAft>
              <a:buSzPts val="1000"/>
              <a:buChar char="➔"/>
            </a:pPr>
            <a:r>
              <a:rPr lang="en"/>
              <a:t>Results are based on a single test period and could change in different market conditions</a:t>
            </a:r>
            <a:endParaRPr/>
          </a:p>
        </p:txBody>
      </p:sp>
      <p:sp>
        <p:nvSpPr>
          <p:cNvPr id="502" name="Google Shape;502;p55"/>
          <p:cNvSpPr txBox="1"/>
          <p:nvPr>
            <p:ph idx="5" type="title"/>
          </p:nvPr>
        </p:nvSpPr>
        <p:spPr>
          <a:xfrm>
            <a:off x="4143075" y="806900"/>
            <a:ext cx="2064000" cy="277200"/>
          </a:xfrm>
          <a:prstGeom prst="rect">
            <a:avLst/>
          </a:prstGeom>
        </p:spPr>
        <p:txBody>
          <a:bodyPr anchorCtr="0" anchor="t" bIns="0" lIns="182875" spcFirstLastPara="1" rIns="182875" wrap="square" tIns="0">
            <a:spAutoFit/>
          </a:bodyPr>
          <a:lstStyle/>
          <a:p>
            <a:pPr indent="0" lvl="0" marL="0" rtl="0" algn="l">
              <a:lnSpc>
                <a:spcPct val="115000"/>
              </a:lnSpc>
              <a:spcBef>
                <a:spcPts val="0"/>
              </a:spcBef>
              <a:spcAft>
                <a:spcPts val="0"/>
              </a:spcAft>
              <a:buNone/>
            </a:pPr>
            <a:r>
              <a:rPr lang="en"/>
              <a:t>Limitations</a:t>
            </a:r>
            <a:endParaRPr/>
          </a:p>
        </p:txBody>
      </p:sp>
      <p:sp>
        <p:nvSpPr>
          <p:cNvPr id="503" name="Google Shape;503;p55"/>
          <p:cNvSpPr txBox="1"/>
          <p:nvPr>
            <p:ph idx="6" type="subTitle"/>
          </p:nvPr>
        </p:nvSpPr>
        <p:spPr>
          <a:xfrm>
            <a:off x="4169575" y="553975"/>
            <a:ext cx="1340700" cy="153900"/>
          </a:xfrm>
          <a:prstGeom prst="rect">
            <a:avLst/>
          </a:prstGeom>
        </p:spPr>
        <p:txBody>
          <a:bodyPr anchorCtr="0" anchor="t" bIns="0" lIns="182875" spcFirstLastPara="1" rIns="91425" wrap="square" tIns="0">
            <a:noAutofit/>
          </a:bodyPr>
          <a:lstStyle/>
          <a:p>
            <a:pPr indent="0" lvl="0" marL="0" rtl="0" algn="l">
              <a:spcBef>
                <a:spcPts val="0"/>
              </a:spcBef>
              <a:spcAft>
                <a:spcPts val="0"/>
              </a:spcAft>
              <a:buNone/>
            </a:pPr>
            <a:r>
              <a:rPr lang="en"/>
              <a:t>02</a:t>
            </a:r>
            <a:endParaRPr/>
          </a:p>
        </p:txBody>
      </p:sp>
      <p:sp>
        <p:nvSpPr>
          <p:cNvPr id="504" name="Google Shape;504;p55"/>
          <p:cNvSpPr txBox="1"/>
          <p:nvPr>
            <p:ph idx="1" type="body"/>
          </p:nvPr>
        </p:nvSpPr>
        <p:spPr>
          <a:xfrm>
            <a:off x="6554775" y="1084103"/>
            <a:ext cx="2304900" cy="2125200"/>
          </a:xfrm>
          <a:prstGeom prst="rect">
            <a:avLst/>
          </a:prstGeom>
        </p:spPr>
        <p:txBody>
          <a:bodyPr anchorCtr="0" anchor="b" bIns="274300" lIns="182875" spcFirstLastPara="1" rIns="182875" wrap="square" tIns="0">
            <a:noAutofit/>
          </a:bodyPr>
          <a:lstStyle/>
          <a:p>
            <a:pPr indent="-292100" lvl="0" marL="457200" rtl="0" algn="l">
              <a:spcBef>
                <a:spcPts val="0"/>
              </a:spcBef>
              <a:spcAft>
                <a:spcPts val="0"/>
              </a:spcAft>
              <a:buSzPts val="1000"/>
              <a:buChar char="➔"/>
            </a:pPr>
            <a:r>
              <a:rPr lang="en"/>
              <a:t>Test the strategy with realistic execution, including transaction costs and slippage</a:t>
            </a:r>
            <a:endParaRPr/>
          </a:p>
          <a:p>
            <a:pPr indent="-292100" lvl="0" marL="457200" rtl="0" algn="l">
              <a:spcBef>
                <a:spcPts val="0"/>
              </a:spcBef>
              <a:spcAft>
                <a:spcPts val="0"/>
              </a:spcAft>
              <a:buSzPts val="1000"/>
              <a:buChar char="➔"/>
            </a:pPr>
            <a:r>
              <a:rPr lang="en"/>
              <a:t>Reconnect to a paper trading environment to observe live behavior and constraints</a:t>
            </a:r>
            <a:endParaRPr/>
          </a:p>
          <a:p>
            <a:pPr indent="-292100" lvl="0" marL="457200" rtl="0" algn="l">
              <a:spcBef>
                <a:spcPts val="0"/>
              </a:spcBef>
              <a:spcAft>
                <a:spcPts val="0"/>
              </a:spcAft>
              <a:buSzPts val="1000"/>
              <a:buChar char="➔"/>
            </a:pPr>
            <a:r>
              <a:rPr lang="en"/>
              <a:t>Refine position sizing and thresholds based on execution and risk behavior</a:t>
            </a:r>
            <a:endParaRPr/>
          </a:p>
        </p:txBody>
      </p:sp>
      <p:sp>
        <p:nvSpPr>
          <p:cNvPr id="505" name="Google Shape;505;p55"/>
          <p:cNvSpPr txBox="1"/>
          <p:nvPr>
            <p:ph idx="7" type="title"/>
          </p:nvPr>
        </p:nvSpPr>
        <p:spPr>
          <a:xfrm>
            <a:off x="6554750" y="806900"/>
            <a:ext cx="2064000" cy="277200"/>
          </a:xfrm>
          <a:prstGeom prst="rect">
            <a:avLst/>
          </a:prstGeom>
        </p:spPr>
        <p:txBody>
          <a:bodyPr anchorCtr="0" anchor="t" bIns="0" lIns="182875" spcFirstLastPara="1" rIns="182875" wrap="square" tIns="0">
            <a:spAutoFit/>
          </a:bodyPr>
          <a:lstStyle/>
          <a:p>
            <a:pPr indent="0" lvl="0" marL="0" rtl="0" algn="l">
              <a:lnSpc>
                <a:spcPct val="115000"/>
              </a:lnSpc>
              <a:spcBef>
                <a:spcPts val="0"/>
              </a:spcBef>
              <a:spcAft>
                <a:spcPts val="0"/>
              </a:spcAft>
              <a:buNone/>
            </a:pPr>
            <a:r>
              <a:rPr lang="en"/>
              <a:t>Next steps</a:t>
            </a:r>
            <a:endParaRPr/>
          </a:p>
        </p:txBody>
      </p:sp>
      <p:sp>
        <p:nvSpPr>
          <p:cNvPr id="506" name="Google Shape;506;p55"/>
          <p:cNvSpPr txBox="1"/>
          <p:nvPr>
            <p:ph idx="8" type="subTitle"/>
          </p:nvPr>
        </p:nvSpPr>
        <p:spPr>
          <a:xfrm>
            <a:off x="6599100" y="553975"/>
            <a:ext cx="1340700" cy="153900"/>
          </a:xfrm>
          <a:prstGeom prst="rect">
            <a:avLst/>
          </a:prstGeom>
        </p:spPr>
        <p:txBody>
          <a:bodyPr anchorCtr="0" anchor="t" bIns="0" lIns="182875" spcFirstLastPara="1" rIns="91425" wrap="square" tIns="0">
            <a:noAutofit/>
          </a:bodyPr>
          <a:lstStyle/>
          <a:p>
            <a:pPr indent="0" lvl="0" marL="0" rtl="0" algn="l">
              <a:spcBef>
                <a:spcPts val="0"/>
              </a:spcBef>
              <a:spcAft>
                <a:spcPts val="0"/>
              </a:spcAft>
              <a:buNone/>
            </a:pPr>
            <a:r>
              <a:rPr lang="en"/>
              <a:t>03</a:t>
            </a:r>
            <a:endParaRPr/>
          </a:p>
        </p:txBody>
      </p:sp>
      <p:sp>
        <p:nvSpPr>
          <p:cNvPr id="507" name="Google Shape;507;p55"/>
          <p:cNvSpPr txBox="1"/>
          <p:nvPr/>
        </p:nvSpPr>
        <p:spPr>
          <a:xfrm>
            <a:off x="0" y="-1650"/>
            <a:ext cx="4054500" cy="456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b="1" lang="en" sz="1900">
                <a:solidFill>
                  <a:schemeClr val="lt1"/>
                </a:solidFill>
                <a:latin typeface="Outfit"/>
                <a:ea typeface="Outfit"/>
                <a:cs typeface="Outfit"/>
                <a:sym typeface="Outfit"/>
              </a:rPr>
              <a:t>Conclusions &amp; Next Steps</a:t>
            </a:r>
            <a:endParaRPr b="1" sz="2400">
              <a:solidFill>
                <a:schemeClr val="lt1"/>
              </a:solidFill>
              <a:latin typeface="Outfit"/>
              <a:ea typeface="Outfit"/>
              <a:cs typeface="Outfit"/>
              <a:sym typeface="Outfit"/>
            </a:endParaRPr>
          </a:p>
          <a:p>
            <a:pPr indent="0" lvl="0" marL="0" rtl="0" algn="l">
              <a:spcBef>
                <a:spcPts val="400"/>
              </a:spcBef>
              <a:spcAft>
                <a:spcPts val="0"/>
              </a:spcAft>
              <a:buNone/>
            </a:pPr>
            <a:r>
              <a:t/>
            </a:r>
            <a:endParaRPr sz="1200">
              <a:solidFill>
                <a:schemeClr val="lt1"/>
              </a:solidFill>
              <a:latin typeface="Instrument Sans"/>
              <a:ea typeface="Instrument Sans"/>
              <a:cs typeface="Instrument Sans"/>
              <a:sym typeface="Instrument Sans"/>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arket Research Review | Bento">
  <a:themeElements>
    <a:clrScheme name="Simple Light">
      <a:dk1>
        <a:srgbClr val="F0F0F0"/>
      </a:dk1>
      <a:lt1>
        <a:srgbClr val="3D3D3D"/>
      </a:lt1>
      <a:dk2>
        <a:srgbClr val="FFBDE9"/>
      </a:dk2>
      <a:lt2>
        <a:srgbClr val="FFFCFA"/>
      </a:lt2>
      <a:accent1>
        <a:srgbClr val="FE5418"/>
      </a:accent1>
      <a:accent2>
        <a:srgbClr val="5237E6"/>
      </a:accent2>
      <a:accent3>
        <a:srgbClr val="7DDA92"/>
      </a:accent3>
      <a:accent4>
        <a:srgbClr val="B8A7FF"/>
      </a:accent4>
      <a:accent5>
        <a:srgbClr val="039366"/>
      </a:accent5>
      <a:accent6>
        <a:srgbClr val="E992D5"/>
      </a:accent6>
      <a:hlink>
        <a:srgbClr val="E1E5E4"/>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